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2" r:id="rId2"/>
  </p:sldMasterIdLst>
  <p:notesMasterIdLst>
    <p:notesMasterId r:id="rId9"/>
  </p:notesMasterIdLst>
  <p:sldIdLst>
    <p:sldId id="256" r:id="rId3"/>
    <p:sldId id="260" r:id="rId4"/>
    <p:sldId id="258" r:id="rId5"/>
    <p:sldId id="257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7797" autoAdjust="0"/>
  </p:normalViewPr>
  <p:slideViewPr>
    <p:cSldViewPr snapToGrid="0" showGuides="1">
      <p:cViewPr varScale="1">
        <p:scale>
          <a:sx n="97" d="100"/>
          <a:sy n="97" d="100"/>
        </p:scale>
        <p:origin x="484" y="68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D9410-17CD-42AB-9EDD-5DE6188E1658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3C09E-0130-4F7F-9DD1-3887A3ADE9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dirty="0"/>
              <a:t>根据公司要求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项目执行跟踪详细数据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将转为线上化填报，</a:t>
            </a:r>
            <a:r>
              <a:rPr lang="zh-CN" altLang="en-US" sz="1600" dirty="0"/>
              <a:t>为便于大家线上填报、审批顺畅，组织了本次线上化宣贯培训</a:t>
            </a:r>
          </a:p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3C09E-0130-4F7F-9DD1-3887A3ADE9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5252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过去依靠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Excel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邮件流转时，常见问题是版本多、汇总慢、谁改了什么不清楚。平台上线后，填报、汇总、审批和归档都在同一条报告线上完成。每个人只处理自己权限范围内的数据，系统同时保留状态、变更和审批记录。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3C09E-0130-4F7F-9DD1-3887A3ADE9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48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3C09E-0130-4F7F-9DD1-3887A3ADE9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10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(half image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21E5E3B-E036-4E80-8C93-5C209C4F4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B36D8E-CBFA-AAE6-244E-49C82A684DA1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ECED78-34D6-8B92-6C9B-8E98FA0BF39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A870E5B-6C1A-5A1E-AE15-DA81824FC972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05D0B72-C809-6F08-579B-5F644C25DBE0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EB37C9B-8235-9386-6C72-1E981E34340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4E541EC-7965-8E67-E597-3D74A36C6039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7AF78C7-F713-60A2-D743-D5791D8196C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B9FA1E-240F-771F-85F4-A987307B230F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489E92-FB1F-26D1-BB35-D5400D756BA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D63A730-E943-973C-1DAB-0BB1C9F4B3F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FCCDDFB-158A-A1F8-5782-0F5A1C3598A3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570E32F-A5F3-71CF-CC8C-9E85087B1A32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849AA23-0C45-32DF-E79E-6CF0F44A590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4752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5F98B55-7698-5E56-1968-C579181703DB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35F1600-4872-30F1-C027-A68733608DF1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DEE2465-B6F9-55F0-2D55-805538754F7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5EED0C0-9255-AD13-2B97-F52E779972F2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4BF6D80-2C38-55E1-8670-9ADBAAAB9DB2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C1156F5-4D06-3057-C444-1878A95A6F4E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7CC543A-6511-FA55-C93D-7F5F2BD3291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4352473-539C-B35E-78F8-5CAE7EB4EDC2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E61C4CE-E996-41EC-824E-0A4D1DE7400F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DAB9302-474E-7E02-5E63-1A1C8E27659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F7CF8C7-7CA6-ECB9-EB78-B5CC322A2D15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39F0EE8-BA2B-7BCE-124E-927F03247299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BA333E-E39A-3F34-2DD7-3BB5CCC9E5B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6847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rgbClr val="FF99FF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B301F-EDB7-90C0-12CA-BB70A41B5E12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58136F5-42E1-BF8E-6CF9-827E687B0DEA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01D1656-7BE6-4DE5-C512-EBA4A8DCB81F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D930B80-55E5-1699-D4F6-D722F42093D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4B0A2A0-23FE-C83F-2271-DCFFE28800FF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AFAE286-EE84-ACC1-E18B-2906D34E44A2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2CBBF36-E841-53BD-B40D-4D82925ADF8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0813EE-26C0-F1CF-ED31-589450A15BE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6FDF691-7B1B-6484-609A-E7E513B339F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8C6FC1D-C532-120C-11AA-91043EBC4ED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BD540C-BF77-1E46-FA16-D0C059C9C66A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A364DE7-1994-58F3-EC99-E0DB814F32B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3378FDE-9CE9-9148-8414-A3B204D64393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58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accent6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9F5FE47-93BE-69F3-475A-3060445A2CCB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A5057E-9C0F-C47F-2826-0030A9D7202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13EA081-DCE1-12F0-3CAF-24DABEDA186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E39DFCF-7D4B-B3B4-05B4-DF506EC2A569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4D5A462-9172-7908-B79C-E30F3328D9FE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5F3B0B5-0292-029E-32B6-E2180F46477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F6C180C-1FE3-487C-7319-4F121862EAE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E647B8-3C0D-D803-92FA-EF3440B4857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183D946-51B7-9CE1-B0CB-7696C521572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AA2233B-0373-F072-C857-F1D80A1EB2B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46FFCA3-EBF9-1E5C-7D3C-A9C6760E81D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D8436F0-F35E-2826-8583-496A8BF5616F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23359D-A51D-A934-B0F8-17911619818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113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accent4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BF8CCB3-A29B-22FA-9D68-D85BC7DDBC4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F78BB2-D275-1380-D10D-621B83FC0E4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8322941-67BA-E16C-10CA-97EB78FC13EA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3527029-488A-5C16-6EFB-5453E202B77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F14B7D2-ED38-81CC-E90C-E906DE80024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886222A-A6B5-95C3-B1B6-F98DAF3E5783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B707211-05C7-5CF1-E857-E70A27401961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AA8D3B4-0BC5-3291-AE82-3546F599ECB0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ED1D95C-FAED-8A65-9748-6EBB6137D09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E6C740-5718-B4BA-9CA6-80191F44099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BF95D2F-4D22-4785-C778-713CB261D98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93AC6D-5B60-E57C-6C45-8F2300829060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D97F572-86DB-2FA6-F43C-2A4D5C55E3B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181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rgbClr val="FCDF20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3C78D6-1155-A483-B2D0-D71528685E50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777D77-CD3B-487C-1CC3-95381672D07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B33DE-46F3-B784-E8FA-2A827D65762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047141-8417-69BB-3450-F23AFF5690B0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5B0E7D-A782-8233-332B-FC2B4AEA942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C132C54-DC0D-BB97-C34F-F6B8D092D00E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DE2C1D6-87F7-0F7F-8A50-C74848C5745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CDFC4D-A2FB-E2D1-628E-4EFBB0EE43C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E547434-9D4E-D251-9919-3920A8BE2EB8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69D3F54-1927-71E4-B972-52F128F5699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12C69E9-8EE7-3107-66A2-7592EA98B46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430F23-A3D5-14F4-FEB2-1D0223848D5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9AE9C26-63EB-1012-2B4E-F196EE12D8E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776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Dark Green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85E5A7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85E5A7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7B5552-554B-E0BA-5F21-D3F9416CA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46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Light Green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057068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057068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7B5552-554B-E0BA-5F21-D3F9416CA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5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Pin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2A6F5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FB0F9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CE73F23-D9A7-3D14-00D6-D0884FF92BBD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227A7A-4555-8DFD-B7AF-845932D08321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B8DC59B-BEE6-59FF-91EE-F56E8849710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C87AEB4-539B-4303-3E4C-8AC86BEA6033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AA1A626-96CB-1DFA-3AF4-F2C41FA6366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19E88A-0A4D-2BB5-82C1-2069D53F9E8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77147C3-5C7B-052B-F7E6-437C5FE7F68F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65341F-FF04-9870-DA56-3C2E68EE4A9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32EF55-1306-6518-37D1-50C80FF06C08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8DC1CB-50FE-BDA7-8EB3-E21BFE196BF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3FF70B-9830-46F2-EE42-2FBBB41EDD40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7F19F9-0E3A-E540-F540-5EBADA6C10A9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D7B6024-D4DD-FE6C-BF7A-6361571265C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4184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Yellow / Pink)"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9E0D8F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E438A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2F1ABF-21DD-E1AE-E93E-AB644F36C35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41D494-9FB6-A6C3-B5D2-489B406658B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5D4226-FE2A-0973-3874-97917B2C977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495E8E5-ADC7-2D23-4E49-30B434ED2FB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89AEA5-0729-C26D-1F26-06B9AEE0A5F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1B7196-CB8D-112F-93AB-6687A6F84ED0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90DD7D-A575-1BB8-8BEC-ADE0DE770B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B8897D7-907A-CEF7-C8F7-0C6E714EF6A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73187E5-3D0E-1A19-9323-7E65F7592F2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1274F7-4933-4773-7C79-CAF67787DA63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35704F-D851-3245-2DDD-643171FC589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2007075-16DF-977D-E059-CB5454E9572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EBD6F13-ED5D-F236-EA27-8CEE6436A53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322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Dark 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E6E6E6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12CEF7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12CEF7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CC850-AF2E-1E1E-AB9C-9F97F8467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71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Light 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E6E6E6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0272FD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0272FD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CC850-AF2E-1E1E-AB9C-9F97F8467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96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Orange)">
    <p:bg>
      <p:bgPr>
        <a:solidFill>
          <a:srgbClr val="FF7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CDF20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CDF20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7950B7F-0F0D-C7F3-B9B1-DB11E24A843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77CFB8-1C13-289B-B3BA-05085EAE0B92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9C539A-91DE-A989-E02C-BC93A6991C4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CB875A-3199-779B-5E86-A4FBA292E78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F826C7-8F39-C65F-ADFE-BA60D139AF50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4D87AF1-4AD5-46C4-B482-7F8DEB9F04E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C36808B-4562-290D-7C23-354CA442C662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BD93B1-24ED-1A64-C48D-C6E3DE2E073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AEC215-9A14-95BB-2610-438C9C50B0F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A3168A-7B69-D76E-972F-81A73DD01380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60F059-DFA5-2145-6690-AB896BEE1F1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59B8B3-2EAE-0D7A-51C5-5D7BB5A742BF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0B193B-C77F-9B15-66C4-E70DEEED49B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8088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Yellow)">
    <p:bg>
      <p:bgPr>
        <a:solidFill>
          <a:srgbClr val="FCD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F7038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F7038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819A43F-66EC-8421-B35E-6107D0A8D0CA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432B1BB-517A-0E84-15FF-BAD2D869A31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8CD72B-06EB-DC5F-A785-0D27C5E828AD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CFB850-9111-02ED-257D-DE4244A50DA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7BF06F-0361-4452-AA66-3B820B40E44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B9E0683-CC1A-F18F-B572-04F089D3E51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95E3F9-D2DD-A875-8342-BFD4569DA152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D8997A-3576-1967-89A1-922053118B57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5E692CE-A2E3-BEDA-61CC-D836DB25B8D6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09E4936-0395-F544-D7FB-15AA8126AD1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1A15D6C-F093-68BF-C9A4-981B75379E40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6F1301-DB9E-7CB3-E86E-2929210278C6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8CF665-C4E0-A695-C19F-D06FF524942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3179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Dark Green / Light Green)">
    <p:bg>
      <p:bgPr>
        <a:solidFill>
          <a:srgbClr val="85E5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10613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057068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C330E3-9507-30CC-B625-9FFC588F4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66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Light Green / Dark Green)">
    <p:bg>
      <p:bgPr>
        <a:solidFill>
          <a:srgbClr val="057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125008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85E5A7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813697-F6A5-2C9E-B2D8-62C089457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0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Yellow / Pin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9E0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8920AA-83CE-5835-8FE9-3FB89E677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09002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F99FF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65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Pink / Yellow)"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2194B1-BD48-4691-6D88-C17E2FC0F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2614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9E0D8F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44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Light Blue / Dark Blue)">
    <p:bg>
      <p:bgPr>
        <a:solidFill>
          <a:srgbClr val="027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6622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12CEF7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61F50A-67F1-BEAB-E778-03F52C051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Dark Blue / Light) Blue">
    <p:bg>
      <p:bgPr>
        <a:solidFill>
          <a:srgbClr val="12C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09955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0272FD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BE1A33-C470-B1DB-1698-E7BA872EF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92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Yellow / Orange)">
    <p:bg>
      <p:bgPr>
        <a:solidFill>
          <a:srgbClr val="FF7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852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CDF20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843929-069A-A0C0-19E1-B96E96AE0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03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Orange / Yellow)">
    <p:bg>
      <p:bgPr>
        <a:solidFill>
          <a:srgbClr val="FCD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5670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F7038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382CC95-C871-7F39-3FC4-E5C492836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05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09955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20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old statement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090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1A80AD-194F-E329-60EA-4AC3ED763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25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233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11123613" cy="4680000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92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sub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233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677879"/>
            <a:ext cx="11123613" cy="426211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A410EF37-8F4E-41CE-9DD5-D21B4C701E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50" y="1162027"/>
            <a:ext cx="11123613" cy="417881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438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12CEF7"/>
                </a:solidFill>
              </a:defRPr>
            </a:lvl1pPr>
          </a:lstStyle>
          <a:p>
            <a:pPr lvl="0"/>
            <a:r>
              <a:rPr lang="en-GB" noProof="0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79272F-241D-785C-1BE9-3ED5EFCED3E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2B8CB2-CADD-169B-9F38-55D07269225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B8E2AEF-FB75-DEA6-1BC7-2C65F124B2D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02383E-8146-6A48-A1AD-939F9E2557A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03749C2-CF4B-AF01-524D-8424E2F965D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E473E7-F0DE-59E6-9E60-2EC0A6358D06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7F35549-DA28-1CE5-CA29-3F86E6C2CBDB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711B99-8061-5290-05AF-A739303C54A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8A793B-7E88-FBBC-B766-B322747D28E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A37157-0743-C1F1-C815-2D46808E933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A9CC3E-43EA-CE77-BD18-5BBB54538DE5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9D466F-8A34-1756-B2AA-1154A7A91158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78B57D-7AED-ACB1-A23F-4FEC5ED84FC4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604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0272FD"/>
                </a:solidFill>
              </a:defRPr>
            </a:lvl1pPr>
          </a:lstStyle>
          <a:p>
            <a:pPr lvl="0"/>
            <a:r>
              <a:rPr lang="en-GB" noProof="0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2647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621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903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9330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00706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892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3474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5711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586C85-0592-1854-049B-0188FD790EE7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349EC-BE78-0576-8DE8-6226083EF1B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9E8E147-0511-1FF0-1F7D-71E36F0FA67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902825-4A0A-835C-379B-FDD090627BD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3AEBC8-9D49-BAE6-B8AF-2356D63B5D03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34955B6-CB5A-EFF7-146A-EE78734CC223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F74981-D2AE-E915-FBF8-E6C8A7F7AA61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6A2A330-CD67-A596-622D-DCEC0CF384D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6985D8-9A83-B39D-28FD-341725CD37D5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05E2A38-9701-163C-F533-9FB835B67D5B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3BD0A4-181F-3109-1CB3-C291A31C74BF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7D90DE-04EB-2846-72F8-16C1DA51B69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CE4CD2-1BEB-9C19-4EB7-392F59850ECD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3111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D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3017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560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775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9E0D8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9581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85E5A7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7901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5706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9F2F221-8433-1135-9529-CBDFAE8C0DE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08E4840-2CB2-E78E-899A-A946D36F47AE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C8657FC-073F-D858-32D8-4C301F4F985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797F3C4-9E13-1DA2-99CB-4EF781E6966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CE4916E-FBA3-DAB4-2670-6BEB53184C7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C76945E-8BD9-D16D-434A-CBE314402EFA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DFF13C7-60DE-B711-35E0-41AF1AEEC15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A072E5-1BCC-4E24-0794-7953920B7D9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10CF26-F503-A62E-D481-956EFB1E5F6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D49EBE-FFE4-08F9-9B1B-7082FA9A906D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7B59768-53B3-D3A3-8DDA-D84488B272B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677AE32-5E95-1585-F73B-72968FEF6B42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E3C7E3-CBF3-5967-07F6-E2B92F2012E9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2461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1435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0830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5FEDF88-F00A-C26E-15B2-0BA646BDD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88C796-3C63-6A4C-B2CA-0559CC2B094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0F8BC3-72BC-343C-F521-50B924647B0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521A34C-D790-9F51-2D51-AF47AD8E5169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99F8987-EF0D-4C8F-5746-88F0DE2FE04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D3E14C-B707-B559-DA29-94B8CB4D63C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6FFA96F-98AC-5580-3828-47B2B88F414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C5EE815-20C9-A46A-26C2-21954C58D5F7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1826C1-86E7-47DB-16AE-22649520C34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F26315-EE74-A7B3-CB11-24193680FCF7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44C743-2063-A3B5-00E0-380AF84CE0B7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256F2B-A146-D81A-3E92-EF2BA25AB7B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DE8EAD-AAA7-9AD4-56BD-BDBFA7E5F0E8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44B767-D7F6-95B7-F920-4D85452D801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5258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D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687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72FD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4264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9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2495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8260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2373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1757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7123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CC2FAF1-0F09-4ECD-4F8A-C501062C25FD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0FCE8D-601F-9A88-F4D5-7702692E567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CA06CA-C848-017D-1554-BE4A387E709C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9A8CA9-4C57-8257-9C2D-8C1813A3E7B1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80A64B-D05C-5BB1-4920-4772BF18F91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ED8CFE3-6D37-AD4F-B535-70511080604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B65B69-05F5-91A0-709A-0A11E424D81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0265BF-F00D-D814-8595-D0A8215A6194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88555A-3F0A-B7E4-C62F-B1277D369B1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19289A-9F5C-BBA5-E2F7-BD35BD8AB0B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0F0A6B-F69C-4C6D-CD8D-C1708B128AC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A6C4B5B-C150-627B-D089-70C13A7819E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EE9483-5C31-A32F-7D6C-84C0FE74FA37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0600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0385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360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5674-84A9-4532-98D4-F0C1868209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92763" y="1260475"/>
            <a:ext cx="6083300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42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3606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5674-84A9-4532-98D4-F0C1868209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5749" y="1260475"/>
            <a:ext cx="5040313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DE514E-9CAB-42FD-938B-161DD49D8C9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0001" y="1260475"/>
            <a:ext cx="5040000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24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1"/>
            <a:ext cx="111423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0400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2100" y="1259999"/>
            <a:ext cx="50400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4942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3948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357663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1259999"/>
            <a:ext cx="35652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1259999"/>
            <a:ext cx="35652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339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3581400"/>
            <a:ext cx="3576638" cy="235859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DD8857-5E27-4C9D-822B-845517BA0A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50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341464-92DE-4E48-B700-50AF50219B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600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4025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4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,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5B00D7D-DE8B-40B9-A825-72F541ACA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4025" y="1260000"/>
            <a:ext cx="3576638" cy="468000"/>
          </a:xfrm>
          <a:solidFill>
            <a:srgbClr val="057068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85E5A7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5863CAD-4F17-4F80-B02C-DC6A702A87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2600" y="1260000"/>
            <a:ext cx="3576638" cy="468000"/>
          </a:xfrm>
          <a:solidFill>
            <a:srgbClr val="0272FD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12CEF7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3581400"/>
            <a:ext cx="3576638" cy="235859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DD8857-5E27-4C9D-822B-845517BA0A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50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341464-92DE-4E48-B700-50AF50219B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600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4025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F111-825F-427B-A909-73E745D1F7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1260000"/>
            <a:ext cx="3576638" cy="468000"/>
          </a:xfrm>
          <a:solidFill>
            <a:srgbClr val="9E0D8F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FF99FF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26224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1260000"/>
            <a:ext cx="11150913" cy="432000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rgbClr val="057068"/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9749" y="2895601"/>
            <a:ext cx="11150914" cy="3044398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07E33AB-24D5-4A3D-9F93-065D71A430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20125" y="3733799"/>
            <a:ext cx="3571875" cy="2206199"/>
          </a:xfrm>
          <a:solidFill>
            <a:srgbClr val="85E5A7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sz="1800" b="1">
                <a:solidFill>
                  <a:srgbClr val="057068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FC6F993-8212-4777-A15A-A410F3B34839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39749" y="1720636"/>
            <a:ext cx="11150913" cy="1174965"/>
          </a:xfrm>
        </p:spPr>
        <p:txBody>
          <a:bodyPr/>
          <a:lstStyle>
            <a:lvl1pPr>
              <a:buNone/>
              <a:defRPr>
                <a:solidFill>
                  <a:srgbClr val="85E5A7"/>
                </a:solidFill>
              </a:defRPr>
            </a:lvl1pPr>
          </a:lstStyle>
          <a:p>
            <a:r>
              <a:rPr lang="en-GB"/>
              <a:t>Scope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2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1260000"/>
            <a:ext cx="11150913" cy="432000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rgbClr val="0272FD"/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9749" y="2895601"/>
            <a:ext cx="11150914" cy="3044397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07E33AB-24D5-4A3D-9F93-065D71A430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20125" y="3733799"/>
            <a:ext cx="3571875" cy="2206199"/>
          </a:xfrm>
          <a:solidFill>
            <a:srgbClr val="0272FD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sz="1800" b="1">
                <a:solidFill>
                  <a:srgbClr val="12CEF7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FC6F993-8212-4777-A15A-A410F3B34839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39749" y="1720636"/>
            <a:ext cx="11150913" cy="1174965"/>
          </a:xfrm>
        </p:spPr>
        <p:txBody>
          <a:bodyPr/>
          <a:lstStyle>
            <a:lvl1pPr>
              <a:buNone/>
              <a:defRPr>
                <a:solidFill>
                  <a:srgbClr val="12CEF7"/>
                </a:solidFill>
              </a:defRPr>
            </a:lvl1pPr>
          </a:lstStyle>
          <a:p>
            <a:r>
              <a:rPr lang="en-GB"/>
              <a:t>Scope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13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left (teal) 1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92763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799998"/>
            <a:ext cx="6599237" cy="4014875"/>
          </a:xfrm>
          <a:solidFill>
            <a:srgbClr val="12CEF7"/>
          </a:solidFill>
        </p:spPr>
        <p:txBody>
          <a:bodyPr lIns="540000" tIns="360000" rIns="540000" bIns="540000">
            <a:noAutofit/>
          </a:bodyPr>
          <a:lstStyle>
            <a:lvl1pPr algn="r">
              <a:defRPr b="1">
                <a:solidFill>
                  <a:srgbClr val="0272FD"/>
                </a:solidFill>
              </a:defRPr>
            </a:lvl1pPr>
            <a:lvl2pPr algn="r">
              <a:defRPr b="1">
                <a:solidFill>
                  <a:srgbClr val="0272FD"/>
                </a:solidFill>
              </a:defRPr>
            </a:lvl2pPr>
            <a:lvl3pPr algn="r">
              <a:defRPr b="1">
                <a:solidFill>
                  <a:srgbClr val="0272FD"/>
                </a:solidFill>
              </a:defRPr>
            </a:lvl3pPr>
            <a:lvl4pPr algn="r">
              <a:defRPr b="1">
                <a:solidFill>
                  <a:srgbClr val="0272FD"/>
                </a:solidFill>
              </a:defRPr>
            </a:lvl4pPr>
            <a:lvl5pPr algn="r">
              <a:defRPr b="1">
                <a:solidFill>
                  <a:srgbClr val="0272FD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6C149-77B0-44C2-A486-A868C844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553858-5929-4B3B-AE68-EC90742034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9FDE08-FF5E-D928-E63A-676905FD55D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E308B6-4A56-31B0-80EA-CFB172B5404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67FC6AB-CB92-9635-CF35-1C9310EB1DAA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4DFFB7F-CDFE-C438-6860-DE09D763C0A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B30AC3-03D0-1716-5496-29C2F7ABCCC1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48CD21C-F935-15CB-A794-122E795B0270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2261BE0-AE9E-9696-702E-88DA7B0F96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5F7EAB-5BBF-37E5-85CD-47EDF5B2EF6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C671F3-DF8E-11B0-18B3-67948DE52DEB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DF80D6B-0C7F-3270-4D85-22DBDF3AC25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629B7E-7546-946A-0659-F6FAA4401ABF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1EE9BF1-1551-6198-1DBC-941C6B66E48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D1E7D71-10CF-74E7-BB77-761DF759C0B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191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92763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799998"/>
            <a:ext cx="6599237" cy="4014875"/>
          </a:xfrm>
          <a:solidFill>
            <a:srgbClr val="FCDF20"/>
          </a:solidFill>
        </p:spPr>
        <p:txBody>
          <a:bodyPr lIns="540000" tIns="360000" rIns="540000" bIns="540000">
            <a:noAutofit/>
          </a:bodyPr>
          <a:lstStyle>
            <a:lvl1pPr algn="r">
              <a:defRPr b="1">
                <a:solidFill>
                  <a:srgbClr val="FF7038"/>
                </a:solidFill>
              </a:defRPr>
            </a:lvl1pPr>
            <a:lvl2pPr algn="r">
              <a:defRPr b="1">
                <a:solidFill>
                  <a:srgbClr val="FF7038"/>
                </a:solidFill>
              </a:defRPr>
            </a:lvl2pPr>
            <a:lvl3pPr algn="r">
              <a:defRPr b="1">
                <a:solidFill>
                  <a:srgbClr val="FF7038"/>
                </a:solidFill>
              </a:defRPr>
            </a:lvl3pPr>
            <a:lvl4pPr algn="r">
              <a:defRPr b="1">
                <a:solidFill>
                  <a:srgbClr val="FF7038"/>
                </a:solidFill>
              </a:defRPr>
            </a:lvl4pPr>
            <a:lvl5pPr algn="r">
              <a:defRPr b="1">
                <a:solidFill>
                  <a:srgbClr val="FF7038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2380EB-1617-439B-812A-4B987A1DD617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10847336" y="6259151"/>
            <a:ext cx="829161" cy="252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buNone/>
              <a:defRPr/>
            </a:lvl1pPr>
            <a:lvl2pPr marL="111618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0F49D8-39F3-775D-4CD6-DC8F4138529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73FF05D-DBF7-ED55-7A6B-D8299F43490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D46AB6-41BB-EEED-B96F-7DDFF953033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57D667-189C-FF2F-C7B8-F207722D3B2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5F7D76-F142-3AF4-3458-C603A180E49F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90FDE71-1957-8BE5-3153-718CFDDEF6C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C151DE-51B9-76AF-02CD-FFFB2616FBD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352446-8C54-7579-76AC-2DFC5815CECF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52593B5-0C65-9695-63E1-6150074D84F5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2839269-B2E7-9175-4E6D-78164261778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4A5FD8-6B59-A2E4-573A-46FB7A8ACE4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A4FC86-06DB-2E65-65C0-50F854971FB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3D06371-315E-284C-33EC-F21D5EAC6F9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0931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49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2763" y="1799998"/>
            <a:ext cx="6599237" cy="4014875"/>
          </a:xfrm>
          <a:solidFill>
            <a:srgbClr val="057068"/>
          </a:solidFill>
        </p:spPr>
        <p:txBody>
          <a:bodyPr lIns="540000" tIns="360000" rIns="540000" bIns="540000">
            <a:noAutofit/>
          </a:bodyPr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17852-4B73-3B32-4FCD-BBE279443C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8BC5BD0-7C75-9AB0-5D7A-D9348379B16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69C4384-6614-0BB2-794E-F3DCBBF3C7F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A146667-8219-1906-B26A-D153D06FFFEB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433BD00-B755-04B3-4D4A-4E276AB8156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BA9147-A173-5015-B33F-5E69443F0973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43C03A-B91C-ED23-3EDF-3F30460CD7D9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99608-5EF0-7C38-27D0-6AEC349FAD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97591E1-97AA-88A9-AFA0-7DC7EC9388F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9E0ACF-D88E-E609-61C5-15728B069693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2C0E32-6016-87E4-8A8B-8BEB7219C52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F22B38-9FD4-F5C0-D8A9-9E68A34D651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CA396C4-1418-9867-43A7-06E54F619C2B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B1D6B6-C77A-2188-F886-071E2DB0B0E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5523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49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2763" y="1799998"/>
            <a:ext cx="6599237" cy="4014875"/>
          </a:xfrm>
          <a:solidFill>
            <a:srgbClr val="0272FD"/>
          </a:solidFill>
        </p:spPr>
        <p:txBody>
          <a:bodyPr lIns="540000" tIns="360000" rIns="540000" bIns="540000">
            <a:noAutofit/>
          </a:bodyPr>
          <a:lstStyle>
            <a:lvl1pPr>
              <a:defRPr b="1">
                <a:solidFill>
                  <a:srgbClr val="12CEF7"/>
                </a:solidFill>
              </a:defRPr>
            </a:lvl1pPr>
            <a:lvl2pPr>
              <a:defRPr b="1">
                <a:solidFill>
                  <a:srgbClr val="12CEF7"/>
                </a:solidFill>
              </a:defRPr>
            </a:lvl2pPr>
            <a:lvl3pPr>
              <a:defRPr b="1">
                <a:solidFill>
                  <a:srgbClr val="12CEF7"/>
                </a:solidFill>
              </a:defRPr>
            </a:lvl3pPr>
            <a:lvl4pPr>
              <a:defRPr b="1">
                <a:solidFill>
                  <a:srgbClr val="12CEF7"/>
                </a:solidFill>
              </a:defRPr>
            </a:lvl4pPr>
            <a:lvl5pPr>
              <a:defRPr b="1">
                <a:solidFill>
                  <a:srgbClr val="12CEF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BA317-EC6B-E6FD-1086-2B943760B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1F6E0B-E061-446A-DEE9-B09CDDA42C9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7D5F32-C541-99D9-182C-9F827B4497A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CC4E62-9CCB-1702-0C59-400D1322404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CF6A7C-2246-FA53-59C6-F281DBF252F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AD4F9D-4AA7-0468-8EF9-576392CCC44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531D8B-A885-C2B5-60F3-2155E86C8E2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1B2AE35-F959-4D79-04A5-3EC180AB61A4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85E05F3-EAAE-D9AE-ABC2-F64C811ADA6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F1A65E7-5C04-5F81-1429-3BF31F9FE80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35C2EC-2A68-F0E4-3603-22075F9C4D23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D00920-8588-438D-602D-F9A2A6E2F54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1CA1637-0BAC-CFD9-4D61-5AA6E7701FF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97729-7FD6-5EC2-41DF-8714A48DAD3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8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righ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540000"/>
            <a:ext cx="4284663" cy="631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0125" y="2225040"/>
            <a:ext cx="3571875" cy="4632960"/>
          </a:xfrm>
          <a:solidFill>
            <a:srgbClr val="057068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4ADE1-7AAE-4279-80BF-CF93614241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4836862" cy="49859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Insert slide title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53295DE-7267-E2FC-B2EE-32DD33AD8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EAE904F-DC57-DA26-D7FD-0F90D000F09E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3FB956-8208-2C37-123F-F07CA102D812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161BC32-8721-DAF8-2088-1DE21728D0A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54D881D-F991-B15E-6624-494C905624E5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E6F31C-831E-7F4E-F74B-C17A3A7CD254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E2B975-D900-736A-B4BD-BC28A37E921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84C5597-A406-9FAA-3225-122D690703C9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BA4935-429E-40FB-5A73-5A6AB8A5B3F0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6A1370-803B-2BA4-3FDD-460F5A11C95D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7DE9749-E6CF-2836-4E5A-E087106B69E6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82F666-3BF6-BB5E-A421-854F11E593C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B27BE0-DC31-3AC9-3BC9-585626DFCC6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E98A4E-08E4-A75E-F1A3-E90C5F2DA301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6438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verlap left (teal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2200" y="540000"/>
            <a:ext cx="4284663" cy="631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2225040"/>
            <a:ext cx="3571875" cy="4632960"/>
          </a:xfrm>
          <a:solidFill>
            <a:srgbClr val="FF99FF"/>
          </a:solidFill>
          <a:ln w="34925" cmpd="sng">
            <a:noFill/>
          </a:ln>
        </p:spPr>
        <p:txBody>
          <a:bodyPr lIns="540000" tIns="360000" rIns="540000" bIns="540000"/>
          <a:lstStyle>
            <a:lvl1pPr>
              <a:defRPr b="1">
                <a:solidFill>
                  <a:srgbClr val="9E0D8F"/>
                </a:solidFill>
              </a:defRPr>
            </a:lvl1pPr>
            <a:lvl2pPr>
              <a:defRPr b="1">
                <a:solidFill>
                  <a:srgbClr val="9E0D8F"/>
                </a:solidFill>
              </a:defRPr>
            </a:lvl2pPr>
            <a:lvl3pPr>
              <a:defRPr b="1">
                <a:solidFill>
                  <a:srgbClr val="9E0D8F"/>
                </a:solidFill>
              </a:defRPr>
            </a:lvl3pPr>
            <a:lvl4pPr>
              <a:defRPr b="1">
                <a:solidFill>
                  <a:srgbClr val="9E0D8F"/>
                </a:solidFill>
              </a:defRPr>
            </a:lvl4pPr>
            <a:lvl5pPr>
              <a:defRPr b="1">
                <a:solidFill>
                  <a:srgbClr val="9E0D8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048F0A8-DF31-4503-98CC-921E278500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349" y="540000"/>
            <a:ext cx="57957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9CFF1FB-5E80-4B7A-B35B-072ACF3411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349" y="1259999"/>
            <a:ext cx="54843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83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349" y="540000"/>
            <a:ext cx="57957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349" y="1259999"/>
            <a:ext cx="54843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340350" cy="5939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65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77190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7719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0"/>
            <a:ext cx="5340350" cy="5939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40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50863"/>
            <a:ext cx="5340348" cy="266375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650" y="3398239"/>
            <a:ext cx="5340348" cy="2541760"/>
          </a:xfrm>
          <a:solidFill>
            <a:srgbClr val="FF7038"/>
          </a:solidFill>
          <a:ln w="34925" cmpd="sng">
            <a:noFill/>
          </a:ln>
        </p:spPr>
        <p:txBody>
          <a:bodyPr wrap="square" lIns="540000" tIns="360000" rIns="540000" bIns="540000"/>
          <a:lstStyle>
            <a:lvl1pPr>
              <a:defRPr b="1">
                <a:solidFill>
                  <a:srgbClr val="FCDF20"/>
                </a:solidFill>
              </a:defRPr>
            </a:lvl1pPr>
            <a:lvl2pPr>
              <a:defRPr b="1">
                <a:solidFill>
                  <a:srgbClr val="FCDF20"/>
                </a:solidFill>
              </a:defRPr>
            </a:lvl2pPr>
            <a:lvl3pPr>
              <a:defRPr b="1">
                <a:solidFill>
                  <a:srgbClr val="FCDF20"/>
                </a:solidFill>
              </a:defRPr>
            </a:lvl3pPr>
            <a:lvl4pPr>
              <a:defRPr b="1">
                <a:solidFill>
                  <a:srgbClr val="FCDF20"/>
                </a:solidFill>
              </a:defRPr>
            </a:lvl4pPr>
            <a:lvl5pPr>
              <a:defRPr b="1">
                <a:solidFill>
                  <a:srgbClr val="FCDF20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D96B3-F937-D017-5690-8F0A486A50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6E273F9-A766-5338-98E2-00E36D7B4EBC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0B0B152-CA03-B1C5-19D3-593A821E691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296827-11D9-9D7E-3595-9CA828CAAD2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56C1063-620B-E957-7456-994514A1C5C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A65CEB-6FFD-2FD4-1C37-90EB6827E720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ABEE606-ACDF-361F-E8A1-A391C250B5F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2E826A5-ECA5-6E78-6E87-8941790682FF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8889C78-CF65-BC79-265E-430A0EFBDA03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A1C763C-0F90-4141-06BC-74225B84232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98BD69-8948-C83C-B3CB-B61C212A281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BB1761-05AC-EF05-BEBC-F98869AB6F4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2F93D5-6D07-C26F-3016-182FDBD0535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5406-5CD4-50D3-BEB2-DFA16D94D327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6773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652" y="3065714"/>
            <a:ext cx="5340348" cy="2874285"/>
          </a:xfrm>
          <a:solidFill>
            <a:srgbClr val="057068"/>
          </a:solidFill>
          <a:ln w="34925" cmpd="sng">
            <a:noFill/>
          </a:ln>
        </p:spPr>
        <p:txBody>
          <a:bodyPr lIns="540000" tIns="360000" rIns="540000" bIns="540000"/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40001"/>
            <a:ext cx="2305048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83714" y="540001"/>
            <a:ext cx="2808285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F4EE1-2EC0-B117-E5B8-68D694F9A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44FE0B-30C2-538F-357B-59FCAAB4732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E81DC38-3FB3-51BD-BD04-CF8BA414524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EC453AC-7CC5-E957-5605-5E8CFF9CDA6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DE1EE1A-392B-3E25-ACC8-DB9847F7463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B544AA4-8A82-8763-5848-F89DF7AF93F6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40BA8DF-4921-78B9-0BB1-84395A0EC756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8643428-2B66-192A-BC8F-92BF877D4039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05E63C-CE12-5403-61D9-4F8BF8428CA4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073642-2ED6-684E-999A-45310E300E9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2CBB5A2-4A3E-88EA-690A-0936BC6B8DC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DA403E-FF80-F335-3B30-AD91A488F73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146FF1-98FF-1202-8031-E00F9724FD6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538A1B-CF2B-3E48-57B2-38E489F621A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3962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ent 2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065714"/>
            <a:ext cx="5855850" cy="2874285"/>
          </a:xfrm>
          <a:solidFill>
            <a:srgbClr val="0272FD"/>
          </a:solidFill>
          <a:ln w="34925" cmpd="sng">
            <a:noFill/>
          </a:ln>
        </p:spPr>
        <p:txBody>
          <a:bodyPr lIns="540000" tIns="360000" rIns="540000" bIns="540000"/>
          <a:lstStyle>
            <a:lvl1pPr algn="r">
              <a:defRPr b="1">
                <a:solidFill>
                  <a:srgbClr val="12CEF7"/>
                </a:solidFill>
              </a:defRPr>
            </a:lvl1pPr>
            <a:lvl2pPr algn="r">
              <a:defRPr b="1">
                <a:solidFill>
                  <a:srgbClr val="12CEF7"/>
                </a:solidFill>
              </a:defRPr>
            </a:lvl2pPr>
            <a:lvl3pPr algn="r">
              <a:defRPr b="1">
                <a:solidFill>
                  <a:srgbClr val="12CEF7"/>
                </a:solidFill>
              </a:defRPr>
            </a:lvl3pPr>
            <a:lvl4pPr algn="r">
              <a:defRPr b="1">
                <a:solidFill>
                  <a:srgbClr val="12CEF7"/>
                </a:solidFill>
              </a:defRPr>
            </a:lvl4pPr>
            <a:lvl5pPr algn="r">
              <a:defRPr b="1">
                <a:solidFill>
                  <a:srgbClr val="12CEF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50801" y="540001"/>
            <a:ext cx="2305048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0247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0247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540001"/>
            <a:ext cx="3348286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F4EE1-2EC0-B117-E5B8-68D694F9A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E9C50F2-1518-F433-F11C-E626B2B3717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3F168AF-A2C6-B72F-45BA-A085DE69C7BA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5C8CED-98C6-0BC9-40FE-23AC259BC6B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F758F8-3319-85E1-2CFE-939C61B6461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B6340F-44FD-CF87-C7FA-59614DFEB58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D1ECB4-1357-F143-99F8-015585C0BD6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08753AF-529B-310F-7168-2C8652049FF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323E2B9-B77B-0882-35C7-EEFDCDBEF55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7BBD91-C7E4-1C01-71F1-20777BFC3C5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1DEE97E-351F-4318-F042-F89E747BA1A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40C893-C47D-BE06-34C1-0AF4566EF93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64B96C8-6A37-7E43-6083-2048CF92D4A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B7C797-1DE5-DB98-825B-D1D20715622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487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50863"/>
            <a:ext cx="2305048" cy="27733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83715" y="550863"/>
            <a:ext cx="2305048" cy="27733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4E59765-31DC-4670-B93A-36F9FB519AB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851651" y="3533776"/>
            <a:ext cx="4837111" cy="2406224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30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and two images 1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F9BA91-1CFE-4208-A2CC-283F0AB61E0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537001"/>
            <a:ext cx="609600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46916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0"/>
            <a:ext cx="356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1"/>
            <a:ext cx="534035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1C2B5F5-498F-41AB-BEB4-FD5EBE5060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7822" y="6259151"/>
            <a:ext cx="828675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5pPr>
              <a:buNone/>
              <a:defRPr/>
            </a:lvl5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02F93-F6F2-CC74-3863-83CEBC4729B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6A69292-53BA-25BE-F539-D6576843ACDD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C94A638-EFE2-F302-2976-B0C51FD491AF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676ABB2-27CE-319A-EF2B-1CFB0A51F0F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FA0B3C-B3D9-4C1A-FE7D-2F8A0B9FE81D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16CB24A-3ED8-7E2E-8B20-111FB3CADAF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AFACC1D-DED6-91D5-E9D4-B9AB2CA8BB03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3ED773-5477-0086-E1FC-98F52C883436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13085-A901-C3DC-FCE6-97C719E057A9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E5E5FF-067B-CA53-2CF6-D8B6233AE70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DB183C-3EE6-01AC-9C0D-38594D05B5D3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B79F1F-7916-6FD3-BB49-603EDB18A88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33740B-B3CA-EE71-20AC-4B7562283EB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7792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ent and two images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F9BA91-1CFE-4208-A2CC-283F0AB61E0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537001"/>
            <a:ext cx="609600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55625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0"/>
            <a:ext cx="356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1"/>
            <a:ext cx="534035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5CA16-CDAB-4FE3-9E46-42CC58A23B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FB99E2-3466-C064-39B8-8E3E862E647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42E6A7-E1BC-DD8F-1400-85E037C623E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92609A-1CD5-80A7-2CFA-4046AF3EAB7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1AF44C8-8FA3-ED73-FB04-7CEE8535B67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60A9028-B886-9684-FC08-2751291EF99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1B8825D-0678-5594-751C-2FA508FAA42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00AAA0A-788F-2C84-72A1-C475DEEF62C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20938D-6156-2A8A-5819-04F6886E6D85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23E543B-A53A-3030-262B-15C355AB238E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2C251E-013F-AE29-4465-096A4905826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CBBBC81-46AC-73D3-8E15-768EC2EDAD0B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28C8EA-3968-F3BC-1268-3CEA236A6CF5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FF0FE8-5A99-E162-94F5-DA1ED4CD806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049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567" y="1588869"/>
            <a:ext cx="5580496" cy="33239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Example of full screen image with bold statement.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85693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1A8F52-924B-4CF7-853A-5D99BBD714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2E9177-086C-EB0C-85CE-90A6C87DBF40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08036E-28C2-A521-AB89-B67CF4FCEC9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1FE78C-C477-2604-6131-4E67FD5CF992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E5A3FA3-144A-1A1E-CAA6-FCA6FE557223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75EF00-2944-8D72-B73C-9E338E6B3E71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01E155-4C65-1F42-1A8D-CFC9319DE95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D1D25C-CB47-DB91-987B-5B07BDB7AAD5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52F46A-A8F8-FE2F-7905-FA5E54EB64A3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49C791F-CF1F-7321-16D1-5C19ED66F7DB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60A44AB-5ADD-1A52-F2C7-B2B8C6071FD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C45B781-8BDA-2FCE-79CC-80209240027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C1AB7B-784D-5F2E-DA6C-FF579A617020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70D0CA-C1C8-D7B8-E3D2-8205976A3D2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647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434" y="1588869"/>
            <a:ext cx="5580063" cy="33239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full screen image with bold statement</a:t>
            </a:r>
            <a:r>
              <a:rPr lang="en-US"/>
              <a:t>. 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85693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0113C93-9D33-4AA5-9513-CD6D1F300511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10847336" y="6259151"/>
            <a:ext cx="829161" cy="252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buNone/>
              <a:defRPr/>
            </a:lvl1pPr>
            <a:lvl2pPr marL="111618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DA7B2F-DD0E-FE37-749B-CEEF874FEA9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384B80B-5606-23EC-263F-265CBACD21D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74DE0C-D971-8176-0518-3402C00A3956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5EFB38-B4C5-B977-58B9-9C3974BE9BBB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EA8F95-EDFB-B641-58CE-CC2AA9808BA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0CCFB91-9ADF-6B98-0B76-F4818FA67897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FE28DA-B327-0914-D5DD-0A5B918B10D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2168D4-092F-F7D8-3132-961D5344E3D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CFEA6D-DFE7-D02F-9F81-92A2852E3DD3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7702703-B736-6AB8-2F6C-67A0E74DA09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3E12A68-BC83-0E4E-69A6-FFBB0457049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3F2790-DFE1-29D4-07A6-61414249562D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1E4CCC-2CCF-009D-CFF2-B97871422C03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0975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08B67276-EF5C-AA7F-3C3A-B17119B6E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487" y="3159000"/>
            <a:ext cx="1773026" cy="54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06B0B03-C300-2134-24C5-777F39152336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32997E2-2197-5A80-A6A1-E2FE9C51F1D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744C0B-7BF2-B9A6-8925-F4C827C0E01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D59FD0-D448-A37E-60C8-7B7F0E29AA74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44D2C8-CC82-0D2A-E0F6-AF91595FCA4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178CD9-8DF2-0CC8-93D7-48D7DA221274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397E7A-6902-28C5-03D5-83001BB0929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C13CE56-945A-8E79-317B-ED52BB17782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7801A96-F779-5767-6DA0-8EC60798C5B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DC9D24A-325C-44B8-29C5-77D58F0FD03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EAD78-DC86-F821-68CC-497F2219ECB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8202B6-9F5A-9298-EBFA-4DBF961E45D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029F1E-8E64-7810-A3CA-55E55C5C506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6760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08B67276-EF5C-AA7F-3C3A-B17119B6E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487" y="3159000"/>
            <a:ext cx="1773026" cy="54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3D35EF-9EA0-63D6-FAE5-221A7CB22A4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6C6E88-1AAC-247C-8D20-DB8FF37C6CA4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BDE079-9F32-FE1A-35FB-867776E74DF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42151C-5147-4EE9-FAD6-20EB912EFB64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196144-432D-25B6-4435-6A7077D9109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8AF544-771E-2F58-6D7D-04B24283F17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6B1982-413F-3D42-C059-FA81CF98FFB4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819F4E-EC71-EF8C-E524-B140FDAB9CB1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AB9A7D-FF87-EF62-8AE1-8A8B18CFC8B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E58319-87A8-24B5-9B26-2442194504F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2EEB10-3B5C-EDB1-13FD-AC77A150CF1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479BB-A6DD-580B-6D6D-5903068D481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6CFC7D-DB8D-9370-A11E-219952CD441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2724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(te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3521202"/>
            <a:ext cx="8616699" cy="553998"/>
          </a:xfrm>
        </p:spPr>
        <p:txBody>
          <a:bodyPr anchor="b" anchorCtr="0"/>
          <a:lstStyle>
            <a:lvl1pPr>
              <a:defRPr sz="4000" b="1"/>
            </a:lvl1pPr>
          </a:lstStyle>
          <a:p>
            <a:r>
              <a:rPr lang="en-US"/>
              <a:t>Divider </a:t>
            </a:r>
          </a:p>
        </p:txBody>
      </p:sp>
      <p:sp>
        <p:nvSpPr>
          <p:cNvPr id="8" name="Footer Placeholder 35">
            <a:extLst>
              <a:ext uri="{FF2B5EF4-FFF2-40B4-BE49-F238E27FC236}">
                <a16:creationId xmlns:a16="http://schemas.microsoft.com/office/drawing/2014/main" id="{DB49269F-17E4-4B6C-ADA4-A983C108B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63FB3E3C-3870-4F5E-B682-EEDA3DF0A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78532FC-EEB1-D533-B1B9-21776DAA3A42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37C4824-16AA-73B0-D9D4-584F6B43DA09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02A5D00-E72A-7DDC-8394-A140EB1F62A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183CFF-E6AC-0271-5C18-85886C476F9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0CDDD4-F4CC-A466-AA97-52FDEB9EE16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6BCB20-10C4-E881-8A9B-CCDD33E7349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AD5B718-872E-E2D7-F5EC-4450B6348AA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A1501C-4E0E-45B6-41DB-11B8429F208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3952DF1-7F71-72F2-AE0A-53280DE3695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65E2-6FC9-6ABC-8CA9-63DF15AAD72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258664-51E1-328B-2251-BB4F92E298D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CC5A8BE-1F34-B9C3-22FD-58568C3724DB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E76EF79-FC1B-C80D-9CF1-60CCF6A08E5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9936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D016E-6C33-451A-1DA1-EABB3EA20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55CE28-1F67-410A-1171-24D1438D2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1CE89-EF93-2B1C-FC5A-10E3E5F6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F49F-23AF-4D98-8CE9-A38242F918DA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065AFB-56A7-5D56-2EA2-D9012265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590303-CD06-8059-AC32-2932FB74F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9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(half image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21E5E3B-E036-4E80-8C93-5C209C4F4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B36D8E-CBFA-AAE6-244E-49C82A684DA1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ECED78-34D6-8B92-6C9B-8E98FA0BF39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A870E5B-6C1A-5A1E-AE15-DA81824FC972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05D0B72-C809-6F08-579B-5F644C25DBE0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EB37C9B-8235-9386-6C72-1E981E34340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4E541EC-7965-8E67-E597-3D74A36C6039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7AF78C7-F713-60A2-D743-D5791D8196C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B9FA1E-240F-771F-85F4-A987307B230F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489E92-FB1F-26D1-BB35-D5400D756BA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D63A730-E943-973C-1DAB-0BB1C9F4B3F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FCCDDFB-158A-A1F8-5782-0F5A1C3598A3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570E32F-A5F3-71CF-CC8C-9E85087B1A32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849AA23-0C45-32DF-E79E-6CF0F44A590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442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5F98B55-7698-5E56-1968-C579181703DB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35F1600-4872-30F1-C027-A68733608DF1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DEE2465-B6F9-55F0-2D55-805538754F7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5EED0C0-9255-AD13-2B97-F52E779972F2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4BF6D80-2C38-55E1-8670-9ADBAAAB9DB2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C1156F5-4D06-3057-C444-1878A95A6F4E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7CC543A-6511-FA55-C93D-7F5F2BD3291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4352473-539C-B35E-78F8-5CAE7EB4EDC2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E61C4CE-E996-41EC-824E-0A4D1DE7400F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DAB9302-474E-7E02-5E63-1A1C8E27659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F7CF8C7-7CA6-ECB9-EB78-B5CC322A2D15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39F0EE8-BA2B-7BCE-124E-927F03247299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BA333E-E39A-3F34-2DD7-3BB5CCC9E5B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126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rgbClr val="FF99FF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B301F-EDB7-90C0-12CA-BB70A41B5E12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58136F5-42E1-BF8E-6CF9-827E687B0DEA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01D1656-7BE6-4DE5-C512-EBA4A8DCB81F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D930B80-55E5-1699-D4F6-D722F42093D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4B0A2A0-23FE-C83F-2271-DCFFE28800FF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AFAE286-EE84-ACC1-E18B-2906D34E44A2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2CBBF36-E841-53BD-B40D-4D82925ADF8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0813EE-26C0-F1CF-ED31-589450A15BE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6FDF691-7B1B-6484-609A-E7E513B339F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8C6FC1D-C532-120C-11AA-91043EBC4ED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CBD540C-BF77-1E46-FA16-D0C059C9C66A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A364DE7-1994-58F3-EC99-E0DB814F32B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3378FDE-9CE9-9148-8414-A3B204D64393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2557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accent6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9F5FE47-93BE-69F3-475A-3060445A2CCB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A5057E-9C0F-C47F-2826-0030A9D7202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13EA081-DCE1-12F0-3CAF-24DABEDA186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E39DFCF-7D4B-B3B4-05B4-DF506EC2A569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4D5A462-9172-7908-B79C-E30F3328D9FE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5F3B0B5-0292-029E-32B6-E2180F46477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F6C180C-1FE3-487C-7319-4F121862EAE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E647B8-3C0D-D803-92FA-EF3440B4857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183D946-51B7-9CE1-B0CB-7696C521572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AA2233B-0373-F072-C857-F1D80A1EB2B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46FFCA3-EBF9-1E5C-7D3C-A9C6760E81D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D8436F0-F35E-2826-8583-496A8BF5616F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23359D-A51D-A934-B0F8-17911619818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301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chemeClr val="accent4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BF8CCB3-A29B-22FA-9D68-D85BC7DDBC4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F78BB2-D275-1380-D10D-621B83FC0E4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8322941-67BA-E16C-10CA-97EB78FC13EA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3527029-488A-5C16-6EFB-5453E202B77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F14B7D2-ED38-81CC-E90C-E906DE80024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886222A-A6B5-95C3-B1B6-F98DAF3E5783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B707211-05C7-5CF1-E857-E70A27401961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AA8D3B4-0BC5-3291-AE82-3546F599ECB0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ED1D95C-FAED-8A65-9748-6EBB6137D09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E6C740-5718-B4BA-9CA6-80191F44099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BF95D2F-4D22-4785-C778-713CB261D98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93AC6D-5B60-E57C-6C45-8F2300829060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D97F572-86DB-2FA6-F43C-2A4D5C55E3B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7038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 (half image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D84849-1B53-A2C3-3D99-68F5821C9320}"/>
              </a:ext>
            </a:extLst>
          </p:cNvPr>
          <p:cNvSpPr/>
          <p:nvPr/>
        </p:nvSpPr>
        <p:spPr>
          <a:xfrm>
            <a:off x="0" y="-1"/>
            <a:ext cx="6851650" cy="6858001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2" y="3420000"/>
            <a:ext cx="5556247" cy="692497"/>
          </a:xfrm>
        </p:spPr>
        <p:txBody>
          <a:bodyPr wrap="square" anchor="b">
            <a:spAutoFit/>
          </a:bodyPr>
          <a:lstStyle>
            <a:lvl1pPr marL="0" marR="0" indent="0" algn="l" defTabSz="1218956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>
                <a:solidFill>
                  <a:srgbClr val="FCDF20"/>
                </a:solidFill>
                <a:latin typeface="+mj-lt"/>
              </a:defRPr>
            </a:lvl1pPr>
          </a:lstStyle>
          <a:p>
            <a:pPr marL="0" marR="0" lvl="0" indent="0" algn="l" defTabSz="121895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753" y="4428000"/>
            <a:ext cx="5556247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3" y="5400001"/>
            <a:ext cx="555624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+mn-lt"/>
                <a:cs typeface="Poppins" pitchFamily="2" charset="77"/>
              </a:defRPr>
            </a:lvl1pPr>
          </a:lstStyle>
          <a:p>
            <a:pPr lvl="0"/>
            <a:r>
              <a:rPr lang="en-GB" noProof="0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91" y="6353999"/>
            <a:ext cx="1055547" cy="15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Date, Year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EAD5D6-8F00-4228-89CC-6C9B40248A1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1650" y="0"/>
            <a:ext cx="53403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C57AB2F5-BF03-F44A-CFFD-12F4D3759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3" y="540000"/>
            <a:ext cx="1293866" cy="39406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3C78D6-1155-A483-B2D0-D71528685E50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F777D77-CD3B-487C-1CC3-95381672D07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4DB33DE-46F3-B784-E8FA-2A827D65762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047141-8417-69BB-3450-F23AFF5690B0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5B0E7D-A782-8233-332B-FC2B4AEA942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C132C54-DC0D-BB97-C34F-F6B8D092D00E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DE2C1D6-87F7-0F7F-8A50-C74848C5745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CDFC4D-A2FB-E2D1-628E-4EFBB0EE43C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E547434-9D4E-D251-9919-3920A8BE2EB8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69D3F54-1927-71E4-B972-52F128F5699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12C69E9-8EE7-3107-66A2-7592EA98B46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430F23-A3D5-14F4-FEB2-1D0223848D5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9AE9C26-63EB-1012-2B4E-F196EE12D8E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7472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Dark Green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85E5A7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85E5A7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7B5552-554B-E0BA-5F21-D3F9416CA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84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Light Green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057068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057068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7B5552-554B-E0BA-5F21-D3F9416CA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Pin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2A6F5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FB0F9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CE73F23-D9A7-3D14-00D6-D0884FF92BBD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B227A7A-4555-8DFD-B7AF-845932D08321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B8DC59B-BEE6-59FF-91EE-F56E8849710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C87AEB4-539B-4303-3E4C-8AC86BEA6033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AA1A626-96CB-1DFA-3AF4-F2C41FA6366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319E88A-0A4D-2BB5-82C1-2069D53F9E8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77147C3-5C7B-052B-F7E6-437C5FE7F68F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65341F-FF04-9870-DA56-3C2E68EE4A9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32EF55-1306-6518-37D1-50C80FF06C08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8DC1CB-50FE-BDA7-8EB3-E21BFE196BF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3FF70B-9830-46F2-EE42-2FBBB41EDD40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7F19F9-0E3A-E540-F540-5EBADA6C10A9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D7B6024-D4DD-FE6C-BF7A-6361571265C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9947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Yellow / Pink)"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9E0D8F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E438A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2F1ABF-21DD-E1AE-E93E-AB644F36C35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41D494-9FB6-A6C3-B5D2-489B406658B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5D4226-FE2A-0973-3874-97917B2C977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495E8E5-ADC7-2D23-4E49-30B434ED2FB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89AEA5-0729-C26D-1F26-06B9AEE0A5F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31B7196-CB8D-112F-93AB-6687A6F84ED0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A90DD7D-A575-1BB8-8BEC-ADE0DE770B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B8897D7-907A-CEF7-C8F7-0C6E714EF6A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73187E5-3D0E-1A19-9323-7E65F7592F2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1274F7-4933-4773-7C79-CAF67787DA63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835704F-D851-3245-2DDD-643171FC589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2007075-16DF-977D-E059-CB5454E9572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EBD6F13-ED5D-F236-EA27-8CEE6436A53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7910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Dark 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E6E6E6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12CEF7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12CEF7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CC850-AF2E-1E1E-AB9C-9F97F8467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57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(Light Blu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3F3FBD-3ACB-3F7E-0A1D-ADF5FC2435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E6E6E6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0272FD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0272FD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6CC850-AF2E-1E1E-AB9C-9F97F8467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50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Orange)">
    <p:bg>
      <p:bgPr>
        <a:solidFill>
          <a:srgbClr val="FF7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CDF20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CDF20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7950B7F-0F0D-C7F3-B9B1-DB11E24A843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F77CFB8-1C13-289B-B3BA-05085EAE0B92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9C539A-91DE-A989-E02C-BC93A6991C4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CB875A-3199-779B-5E86-A4FBA292E78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F826C7-8F39-C65F-ADFE-BA60D139AF50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4D87AF1-4AD5-46C4-B482-7F8DEB9F04E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C36808B-4562-290D-7C23-354CA442C662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BD93B1-24ED-1A64-C48D-C6E3DE2E073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AEC215-9A14-95BB-2610-438C9C50B0F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9A3168A-7B69-D76E-972F-81A73DD01380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60F059-DFA5-2145-6690-AB896BEE1F1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A59B8B3-2EAE-0D7A-51C5-5D7BB5A742BF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20B193B-C77F-9B15-66C4-E70DEEED49B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4372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(Yellow)">
    <p:bg>
      <p:bgPr>
        <a:solidFill>
          <a:srgbClr val="FCD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2888852"/>
            <a:ext cx="8616699" cy="914096"/>
          </a:xfrm>
        </p:spPr>
        <p:txBody>
          <a:bodyPr anchor="b" anchorCtr="0"/>
          <a:lstStyle>
            <a:lvl1pPr>
              <a:defRPr sz="6600" b="1">
                <a:solidFill>
                  <a:srgbClr val="FF7038"/>
                </a:solidFill>
              </a:defRPr>
            </a:lvl1pPr>
          </a:lstStyle>
          <a:p>
            <a:r>
              <a:rPr lang="en-GB" noProof="0"/>
              <a:t>Divider</a:t>
            </a:r>
            <a:r>
              <a:rPr lang="en-US"/>
              <a:t> 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rgbClr val="FF7038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E0E8DC-B70C-8321-B1DD-F28C5EAE1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819A43F-66EC-8421-B35E-6107D0A8D0CA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432B1BB-517A-0E84-15FF-BAD2D869A31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8CD72B-06EB-DC5F-A785-0D27C5E828AD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CFB850-9111-02ED-257D-DE4244A50DA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7BF06F-0361-4452-AA66-3B820B40E44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B9E0683-CC1A-F18F-B572-04F089D3E51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295E3F9-D2DD-A875-8342-BFD4569DA152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4D8997A-3576-1967-89A1-922053118B57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5E692CE-A2E3-BEDA-61CC-D836DB25B8D6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09E4936-0395-F544-D7FB-15AA8126AD1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1A15D6C-F093-68BF-C9A4-981B75379E40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6F1301-DB9E-7CB3-E86E-2929210278C6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8CF665-C4E0-A695-C19F-D06FF524942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5768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Dark Green / Light Green)">
    <p:bg>
      <p:bgPr>
        <a:solidFill>
          <a:srgbClr val="85E5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10613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057068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C330E3-9507-30CC-B625-9FFC588F4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94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Light Green / Dark Green)">
    <p:bg>
      <p:bgPr>
        <a:solidFill>
          <a:srgbClr val="0570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125008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85E5A7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813697-F6A5-2C9E-B2D8-62C089457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744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Yellow / Pin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9E0D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8920AA-83CE-5835-8FE9-3FB89E677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09002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F99FF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27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Pink / Yellow)"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2194B1-BD48-4691-6D88-C17E2FC0F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2614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9E0D8F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26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Light Blue / Dark Blue)">
    <p:bg>
      <p:bgPr>
        <a:solidFill>
          <a:srgbClr val="027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6622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12CEF7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61F50A-67F1-BEAB-E778-03F52C051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11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Dark Blue / Light) Blue">
    <p:bg>
      <p:bgPr>
        <a:solidFill>
          <a:srgbClr val="12C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09955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0272FD"/>
                </a:solidFill>
              </a:defRPr>
            </a:lvl1pPr>
          </a:lstStyle>
          <a:p>
            <a:r>
              <a:rPr lang="en-GB"/>
              <a:t>Slide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BE1A33-C470-B1DB-1698-E7BA872EF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73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Yellow / Orange)">
    <p:bg>
      <p:bgPr>
        <a:solidFill>
          <a:srgbClr val="FF7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852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CDF20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843929-069A-A0C0-19E1-B96E96AE0C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68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Orange / Yellow)">
    <p:bg>
      <p:bgPr>
        <a:solidFill>
          <a:srgbClr val="FCD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5670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rgbClr val="FF7038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5C3F6-9C92-758A-E2A5-1D700F5A6524}"/>
              </a:ext>
            </a:extLst>
          </p:cNvPr>
          <p:cNvSpPr/>
          <p:nvPr/>
        </p:nvSpPr>
        <p:spPr>
          <a:xfrm>
            <a:off x="10689465" y="6143223"/>
            <a:ext cx="1223493" cy="579549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382CC95-C871-7F39-3FC4-E5C492836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27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 statem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1767007"/>
            <a:ext cx="11099550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32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old statement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1767007"/>
            <a:ext cx="11109075" cy="3323987"/>
          </a:xfrm>
        </p:spPr>
        <p:txBody>
          <a:bodyPr anchor="ctr" anchorCtr="0">
            <a:noAutofit/>
          </a:bodyPr>
          <a:lstStyle>
            <a:lvl1pPr>
              <a:defRPr sz="8800" b="1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Slide</a:t>
            </a:r>
            <a:r>
              <a:rPr lang="en-GB"/>
              <a:t> title format can be scaled to display </a:t>
            </a:r>
            <a:br>
              <a:rPr lang="en-GB"/>
            </a:br>
            <a:r>
              <a:rPr lang="en-GB"/>
              <a:t>a bold statement.</a:t>
            </a:r>
            <a:endParaRPr lang="en-US"/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1A80AD-194F-E329-60EA-4AC3ED763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49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233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11123613" cy="4680000"/>
          </a:xfrm>
        </p:spPr>
        <p:txBody>
          <a:bodyPr/>
          <a:lstStyle>
            <a:lvl2pPr>
              <a:spcBef>
                <a:spcPts val="600"/>
              </a:spcBef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492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subheadin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233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677879"/>
            <a:ext cx="11123613" cy="426211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A410EF37-8F4E-41CE-9DD5-D21B4C701E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50" y="1162027"/>
            <a:ext cx="11123613" cy="417881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31116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0272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12CEF7"/>
                </a:solidFill>
              </a:defRPr>
            </a:lvl1pPr>
          </a:lstStyle>
          <a:p>
            <a:pPr lvl="0"/>
            <a:r>
              <a:rPr lang="en-GB" noProof="0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379272F-241D-785C-1BE9-3ED5EFCED3E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92B8CB2-CADD-169B-9F38-55D072692253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B8E2AEF-FB75-DEA6-1BC7-2C65F124B2D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802383E-8146-6A48-A1AD-939F9E2557A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03749C2-CF4B-AF01-524D-8424E2F965D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E473E7-F0DE-59E6-9E60-2EC0A6358D06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7F35549-DA28-1CE5-CA29-3F86E6C2CBDB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711B99-8061-5290-05AF-A739303C54A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F8A793B-7E88-FBBC-B766-B322747D28E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7A37157-0743-C1F1-C815-2D46808E933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A9CC3E-43EA-CE77-BD18-5BBB54538DE5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19D466F-8A34-1756-B2AA-1154A7A91158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78B57D-7AED-ACB1-A23F-4FEC5ED84FC4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1511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12C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noProof="0"/>
              <a:t>Click to edit Master text styles (Segoe 24pt)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0272FD"/>
                </a:solidFill>
              </a:defRPr>
            </a:lvl1pPr>
          </a:lstStyle>
          <a:p>
            <a:pPr lvl="0"/>
            <a:r>
              <a:rPr lang="en-GB" noProof="0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5448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634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5267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2238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00706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803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242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B783862-3BE1-F491-A70F-8A8938217A2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68DE413-A50D-A24B-B141-934DEC2CA1A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2DF175-C7D0-3CB6-2AE5-A735384830F1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4D9CA3-8C14-CDE0-7993-96DEB62A00B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7787780-4341-DF84-4773-A93ED3C7FFB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8E31D-8B53-5DF0-B50D-615E41CF6298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ACA98C-1B95-FE35-5A79-9638475AF09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D553D65-AC5C-C959-89BD-F868D90D036E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D1B35F-B89A-7A15-DDEC-ACAFDED0009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E698F9D-9434-BFCE-FE53-3658D553481C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8C30ECF-2253-8C47-B1B2-AE286DDED8A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CE5107-101F-5D30-6DEA-A49CD5D0108C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4AD87-0415-6DE3-9524-6A2DA251044C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7518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6851650" y="0"/>
            <a:ext cx="53403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5956049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595629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5200" y="539999"/>
            <a:ext cx="4361297" cy="5399999"/>
          </a:xfrm>
        </p:spPr>
        <p:txBody>
          <a:bodyPr anchor="ctr" anchorCtr="0">
            <a:noAutofit/>
          </a:bodyPr>
          <a:lstStyle>
            <a:lvl1pPr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B3B234-8732-F0CC-6044-D29C59A9B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1586C85-0592-1854-049B-0188FD790EE7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1349EC-BE78-0576-8DE8-6226083EF1B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9E8E147-0511-1FF0-1F7D-71E36F0FA67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902825-4A0A-835C-379B-FDD090627BD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3AEBC8-9D49-BAE6-B8AF-2356D63B5D03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34955B6-CB5A-EFF7-146A-EE78734CC223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7F74981-D2AE-E915-FBF8-E6C8A7F7AA61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6A2A330-CD67-A596-622D-DCEC0CF384D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B6985D8-9A83-B39D-28FD-341725CD37D5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05E2A38-9701-163C-F533-9FB835B67D5B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3BD0A4-181F-3109-1CB3-C291A31C74BF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7D90DE-04EB-2846-72F8-16C1DA51B69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CE4CD2-1BEB-9C19-4EB7-392F59850ECD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8649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D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4781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5591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208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9E0D8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4405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0570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85E5A7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4955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85E5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5706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9F2F221-8433-1135-9529-CBDFAE8C0DE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08E4840-2CB2-E78E-899A-A946D36F47AE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C8657FC-073F-D858-32D8-4C301F4F985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797F3C4-9E13-1DA2-99CB-4EF781E6966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CE4916E-FBA3-DAB4-2670-6BEB53184C7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C76945E-8BD9-D16D-434A-CBE314402EFA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DFF13C7-60DE-B711-35E0-41AF1AEEC15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A072E5-1BCC-4E24-0794-7953920B7D9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10CF26-F503-A62E-D481-956EFB1E5F6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D49EBE-FFE4-08F9-9B1B-7082FA9A906D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7B59768-53B3-D3A3-8DDA-D84488B272B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677AE32-5E95-1585-F73B-72968FEF6B42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E3C7E3-CBF3-5967-07F6-E2B92F2012E9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6744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0958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2A0B0B-54FC-26E5-AE17-5A21E638F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2DEE52-C382-7A6A-F871-3D90A42F67E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4C87DE-93AC-0A10-E9A8-A674F26EACF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296A5F3-1AD4-A757-E1F0-BF2F178D5DB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54B875B-3719-5BDD-45EF-61823286B2B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19C81E1-9503-EE0E-B940-257473DE9EF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1FDF196-A015-1E43-4D3D-88ABB00E653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C1FBA8-A006-CE16-265C-1C2F1B5B4C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5D546F-4817-FB03-CF18-23EED0CA7D1C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65AF38-209E-81BC-09A3-15BCD1617FC4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FEA74B4-6F6D-B31A-4579-14C44BBBF144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E54E0D7-F823-9558-206F-3E4987A0F7E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E8C87A-05C8-C568-45E8-FE4676E460A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6BEA00D-2A48-A93D-D392-FC208B41132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3240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mediu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8113712" y="0"/>
            <a:ext cx="407828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705820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7058458" cy="4680000"/>
          </a:xfrm>
        </p:spPr>
        <p:txBody>
          <a:bodyPr>
            <a:noAutofit/>
          </a:bodyPr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629650" y="566252"/>
            <a:ext cx="3046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75FEDF88-F00A-C26E-15B2-0BA646BDD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888C796-3C63-6A4C-B2CA-0559CC2B094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0F8BC3-72BC-343C-F521-50B924647B0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521A34C-D790-9F51-2D51-AF47AD8E5169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99F8987-EF0D-4C8F-5746-88F0DE2FE04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D3E14C-B707-B559-DA29-94B8CB4D63C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6FFA96F-98AC-5580-3828-47B2B88F414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C5EE815-20C9-A46A-26C2-21954C58D5F7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1826C1-86E7-47DB-16AE-22649520C34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F26315-EE74-A7B3-CB11-24193680FCF7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A44C743-2063-A3B5-00E0-380AF84CE0B7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256F2B-A146-D81A-3E92-EF2BA25AB7B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DE8EAD-AAA7-9AD4-56BD-BDBFA7E5F0E8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44B767-D7F6-95B7-F920-4D85452D801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4715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D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0369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0072FD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69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99FF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539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0663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1374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9496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FF70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CDF20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691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rgbClr val="FCDF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rgbClr val="FF7038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CC2FAF1-0F09-4ECD-4F8A-C501062C25FD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0FCE8D-601F-9A88-F4D5-7702692E567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BCA06CA-C848-017D-1554-BE4A387E709C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9A8CA9-4C57-8257-9C2D-8C1813A3E7B1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80A64B-D05C-5BB1-4920-4772BF18F91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ED8CFE3-6D37-AD4F-B535-70511080604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4B65B69-05F5-91A0-709A-0A11E424D81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E0265BF-F00D-D814-8595-D0A8215A6194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88555A-3F0A-B7E4-C62F-B1277D369B1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B19289A-9F5C-BBA5-E2F7-BD35BD8AB0B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50F0A6B-F69C-4C6D-CD8D-C1708B128AC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A6C4B5B-C150-627B-D089-70C13A7819E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7EE9483-5C31-A32F-7D6C-84C0FE74FA37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760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Caption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91C39-61B0-4D9E-BAB9-D5584958AEB7}"/>
              </a:ext>
            </a:extLst>
          </p:cNvPr>
          <p:cNvSpPr/>
          <p:nvPr/>
        </p:nvSpPr>
        <p:spPr>
          <a:xfrm>
            <a:off x="9372600" y="0"/>
            <a:ext cx="28193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2" y="540000"/>
            <a:ext cx="818489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1"/>
            <a:ext cx="4824412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2" y="1259999"/>
            <a:ext cx="818514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CB51D-5D58-4680-A04D-C55A4CB24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72650" y="566252"/>
            <a:ext cx="1903847" cy="5373747"/>
          </a:xfrm>
        </p:spPr>
        <p:txBody>
          <a:bodyPr anchor="ctr" anchorCtr="0">
            <a:noAutofit/>
          </a:bodyPr>
          <a:lstStyle>
            <a:lvl1pPr>
              <a:buNone/>
              <a:defRPr sz="24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‘’Click here to add a quote or pull out text to the slide.’’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8A83245-2370-6790-7E87-41098B23D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7181653-17A6-DFA0-029F-B7DEDD9C6D1F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E5E07B-42B1-51AC-AEFE-7A3A1542DF27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A4DDC5A-5260-F787-7BEC-98D3C5B8F18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522FA-97CA-8A0D-5C7C-C23325FB766C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8F019E3-067F-B67C-7897-AD5235CE0E8B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53A586-7400-7BC9-A565-17D6B65C856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029A8F-2668-AF74-23DC-01F77C94EE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5E95DE-739A-9DC6-A169-61A3E2E212A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7A3BA1-1597-A015-80BC-77BF1911F40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88794F-0A9B-9639-4B63-AA0FBF1EFDC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6C6540B-D82D-2FDD-1AC1-131B153569C7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858206-29E9-B383-411C-F616342B788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7F29-1DE0-E739-A405-6A5741DE2E5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9658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36062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5674-84A9-4532-98D4-F0C1868209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92763" y="1260475"/>
            <a:ext cx="6083300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8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1"/>
            <a:ext cx="1113606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5674-84A9-4532-98D4-F0C1868209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5749" y="1260475"/>
            <a:ext cx="5040313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6DE514E-9CAB-42FD-938B-161DD49D8C9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0001" y="1260475"/>
            <a:ext cx="5040000" cy="467995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</a:t>
            </a:r>
            <a:r>
              <a:rPr lang="en-US" err="1"/>
              <a:t>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84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1"/>
            <a:ext cx="111423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0400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2100" y="1259999"/>
            <a:ext cx="50400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335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39488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3576638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1259999"/>
            <a:ext cx="35652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1259999"/>
            <a:ext cx="35652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3859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3581400"/>
            <a:ext cx="3576638" cy="235859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DD8857-5E27-4C9D-822B-845517BA0A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50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341464-92DE-4E48-B700-50AF50219B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600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4025" y="1260000"/>
            <a:ext cx="3576638" cy="2169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26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, sub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5B00D7D-DE8B-40B9-A825-72F541ACAA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4025" y="1260000"/>
            <a:ext cx="3576638" cy="468000"/>
          </a:xfrm>
          <a:solidFill>
            <a:srgbClr val="057068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85E5A7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5863CAD-4F17-4F80-B02C-DC6A702A87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2600" y="1260000"/>
            <a:ext cx="3576638" cy="468000"/>
          </a:xfrm>
          <a:solidFill>
            <a:srgbClr val="0272FD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12CEF7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3581400"/>
            <a:ext cx="3576638" cy="235859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35B0D96-3F44-410C-99F2-D377046AB1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2600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46CBB030-1AF7-40CA-A4BB-883AFB5B2FB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14025" y="3581399"/>
            <a:ext cx="3565213" cy="2358599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DD8857-5E27-4C9D-822B-845517BA0A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50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341464-92DE-4E48-B700-50AF50219B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32600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4025" y="1728000"/>
            <a:ext cx="3576638" cy="1701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F111-825F-427B-A909-73E745D1F7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1260000"/>
            <a:ext cx="3576638" cy="468000"/>
          </a:xfrm>
          <a:solidFill>
            <a:srgbClr val="9E0D8F"/>
          </a:solidFill>
        </p:spPr>
        <p:txBody>
          <a:bodyPr lIns="108000" tIns="108000" rIns="108000" bIns="108000" anchor="ctr" anchorCtr="0">
            <a:noAutofit/>
          </a:bodyPr>
          <a:lstStyle>
            <a:lvl1pPr>
              <a:buNone/>
              <a:defRPr sz="1800" b="1">
                <a:solidFill>
                  <a:srgbClr val="FF99FF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title</a:t>
            </a:r>
          </a:p>
        </p:txBody>
      </p:sp>
    </p:spTree>
    <p:extLst>
      <p:ext uri="{BB962C8B-B14F-4D97-AF65-F5344CB8AC3E}">
        <p14:creationId xmlns:p14="http://schemas.microsoft.com/office/powerpoint/2010/main" val="1436873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1260000"/>
            <a:ext cx="11150913" cy="432000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rgbClr val="057068"/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9749" y="2895601"/>
            <a:ext cx="11150914" cy="3044398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07E33AB-24D5-4A3D-9F93-065D71A430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20125" y="3733799"/>
            <a:ext cx="3571875" cy="2206199"/>
          </a:xfrm>
          <a:solidFill>
            <a:srgbClr val="85E5A7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sz="1800" b="1">
                <a:solidFill>
                  <a:srgbClr val="057068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FC6F993-8212-4777-A15A-A410F3B34839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39749" y="1720636"/>
            <a:ext cx="11150913" cy="1174965"/>
          </a:xfrm>
        </p:spPr>
        <p:txBody>
          <a:bodyPr/>
          <a:lstStyle>
            <a:lvl1pPr>
              <a:buNone/>
              <a:defRPr>
                <a:solidFill>
                  <a:srgbClr val="85E5A7"/>
                </a:solidFill>
              </a:defRPr>
            </a:lvl1pPr>
          </a:lstStyle>
          <a:p>
            <a:r>
              <a:rPr lang="en-GB"/>
              <a:t>Scope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3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1"/>
            <a:ext cx="111509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1260000"/>
            <a:ext cx="11150913" cy="432000"/>
          </a:xfrm>
        </p:spPr>
        <p:txBody>
          <a:bodyPr>
            <a:noAutofit/>
          </a:bodyPr>
          <a:lstStyle>
            <a:lvl1pPr>
              <a:buNone/>
              <a:defRPr b="1">
                <a:solidFill>
                  <a:srgbClr val="0272FD"/>
                </a:solidFill>
              </a:defRPr>
            </a:lvl1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B9284A9-A980-4037-8BA7-AABA39032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9749" y="2895601"/>
            <a:ext cx="11150914" cy="3044397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07E33AB-24D5-4A3D-9F93-065D71A430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20125" y="3733799"/>
            <a:ext cx="3571875" cy="2206199"/>
          </a:xfrm>
          <a:solidFill>
            <a:srgbClr val="0272FD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sz="1800" b="1">
                <a:solidFill>
                  <a:srgbClr val="12CEF7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FC6F993-8212-4777-A15A-A410F3B34839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39749" y="1720636"/>
            <a:ext cx="11150913" cy="1174965"/>
          </a:xfrm>
        </p:spPr>
        <p:txBody>
          <a:bodyPr/>
          <a:lstStyle>
            <a:lvl1pPr>
              <a:buNone/>
              <a:defRPr>
                <a:solidFill>
                  <a:srgbClr val="12CEF7"/>
                </a:solidFill>
              </a:defRPr>
            </a:lvl1pPr>
          </a:lstStyle>
          <a:p>
            <a:r>
              <a:rPr lang="en-GB"/>
              <a:t>Scope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69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left (teal) 1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92763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799998"/>
            <a:ext cx="6599237" cy="4014875"/>
          </a:xfrm>
          <a:solidFill>
            <a:srgbClr val="12CEF7"/>
          </a:solidFill>
        </p:spPr>
        <p:txBody>
          <a:bodyPr lIns="540000" tIns="360000" rIns="540000" bIns="540000">
            <a:noAutofit/>
          </a:bodyPr>
          <a:lstStyle>
            <a:lvl1pPr algn="r">
              <a:defRPr b="1">
                <a:solidFill>
                  <a:srgbClr val="0272FD"/>
                </a:solidFill>
              </a:defRPr>
            </a:lvl1pPr>
            <a:lvl2pPr algn="r">
              <a:defRPr b="1">
                <a:solidFill>
                  <a:srgbClr val="0272FD"/>
                </a:solidFill>
              </a:defRPr>
            </a:lvl2pPr>
            <a:lvl3pPr algn="r">
              <a:defRPr b="1">
                <a:solidFill>
                  <a:srgbClr val="0272FD"/>
                </a:solidFill>
              </a:defRPr>
            </a:lvl3pPr>
            <a:lvl4pPr algn="r">
              <a:defRPr b="1">
                <a:solidFill>
                  <a:srgbClr val="0272FD"/>
                </a:solidFill>
              </a:defRPr>
            </a:lvl4pPr>
            <a:lvl5pPr algn="r">
              <a:defRPr b="1">
                <a:solidFill>
                  <a:srgbClr val="0272FD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6C149-77B0-44C2-A486-A868C844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5553858-5929-4B3B-AE68-EC90742034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9FDE08-FF5E-D928-E63A-676905FD55D5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E308B6-4A56-31B0-80EA-CFB172B5404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67FC6AB-CB92-9635-CF35-1C9310EB1DAA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4DFFB7F-CDFE-C438-6860-DE09D763C0A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5B30AC3-03D0-1716-5496-29C2F7ABCCC1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48CD21C-F935-15CB-A794-122E795B0270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2261BE0-AE9E-9696-702E-88DA7B0F9670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B5F7EAB-5BBF-37E5-85CD-47EDF5B2EF6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C671F3-DF8E-11B0-18B3-67948DE52DEB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DF80D6B-0C7F-3270-4D85-22DBDF3AC25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C629B7E-7546-946A-0659-F6FAA4401ABF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1EE9BF1-1551-6198-1DBC-941C6B66E48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D1E7D71-10CF-74E7-BB77-761DF759C0B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1278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92763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799998"/>
            <a:ext cx="6599237" cy="4014875"/>
          </a:xfrm>
          <a:solidFill>
            <a:srgbClr val="FCDF20"/>
          </a:solidFill>
        </p:spPr>
        <p:txBody>
          <a:bodyPr lIns="540000" tIns="360000" rIns="540000" bIns="540000">
            <a:noAutofit/>
          </a:bodyPr>
          <a:lstStyle>
            <a:lvl1pPr algn="r">
              <a:defRPr b="1">
                <a:solidFill>
                  <a:srgbClr val="FF7038"/>
                </a:solidFill>
              </a:defRPr>
            </a:lvl1pPr>
            <a:lvl2pPr algn="r">
              <a:defRPr b="1">
                <a:solidFill>
                  <a:srgbClr val="FF7038"/>
                </a:solidFill>
              </a:defRPr>
            </a:lvl2pPr>
            <a:lvl3pPr algn="r">
              <a:defRPr b="1">
                <a:solidFill>
                  <a:srgbClr val="FF7038"/>
                </a:solidFill>
              </a:defRPr>
            </a:lvl3pPr>
            <a:lvl4pPr algn="r">
              <a:defRPr b="1">
                <a:solidFill>
                  <a:srgbClr val="FF7038"/>
                </a:solidFill>
              </a:defRPr>
            </a:lvl4pPr>
            <a:lvl5pPr algn="r">
              <a:defRPr b="1">
                <a:solidFill>
                  <a:srgbClr val="FF7038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B2380EB-1617-439B-812A-4B987A1DD617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10847336" y="6259151"/>
            <a:ext cx="829161" cy="252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buNone/>
              <a:defRPr/>
            </a:lvl1pPr>
            <a:lvl2pPr marL="111618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00F49D8-39F3-775D-4CD6-DC8F4138529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73FF05D-DBF7-ED55-7A6B-D8299F434908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3D46AB6-41BB-EEED-B96F-7DDFF953033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57D667-189C-FF2F-C7B8-F207722D3B2E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95F7D76-F142-3AF4-3458-C603A180E49F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90FDE71-1957-8BE5-3153-718CFDDEF6C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C151DE-51B9-76AF-02CD-FFFB2616FBD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352446-8C54-7579-76AC-2DFC5815CECF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52593B5-0C65-9695-63E1-6150074D84F5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2839269-B2E7-9175-4E6D-78164261778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44A5FD8-6B59-A2E4-573A-46FB7A8ACE4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FA4FC86-06DB-2E65-65C0-50F854971FBA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3D06371-315E-284C-33EC-F21D5EAC6F9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362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49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2763" y="1799998"/>
            <a:ext cx="6599237" cy="4014875"/>
          </a:xfrm>
          <a:solidFill>
            <a:srgbClr val="057068"/>
          </a:solidFill>
        </p:spPr>
        <p:txBody>
          <a:bodyPr lIns="540000" tIns="360000" rIns="540000" bIns="540000">
            <a:noAutofit/>
          </a:bodyPr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217852-4B73-3B32-4FCD-BBE279443C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8BC5BD0-7C75-9AB0-5D7A-D9348379B16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69C4384-6614-0BB2-794E-F3DCBBF3C7F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A146667-8219-1906-B26A-D153D06FFFEB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433BD00-B755-04B3-4D4A-4E276AB8156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BA9147-A173-5015-B33F-5E69443F0973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43C03A-B91C-ED23-3EDF-3F30460CD7D9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99608-5EF0-7C38-27D0-6AEC349FADD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97591E1-97AA-88A9-AFA0-7DC7EC9388F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9E0ACF-D88E-E609-61C5-15728B069693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92C0E32-6016-87E4-8A8B-8BEB7219C52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F22B38-9FD4-F5C0-D8A9-9E68A34D651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CA396C4-1418-9867-43A7-06E54F619C2B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2B1D6B6-C77A-2188-F886-071E2DB0B0E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104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Image overlap left (teal)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9749" y="1259998"/>
            <a:ext cx="6599237" cy="5598002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9" y="540000"/>
            <a:ext cx="11136313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2763" y="1799998"/>
            <a:ext cx="6599237" cy="4014875"/>
          </a:xfrm>
          <a:solidFill>
            <a:srgbClr val="0272FD"/>
          </a:solidFill>
        </p:spPr>
        <p:txBody>
          <a:bodyPr lIns="540000" tIns="360000" rIns="540000" bIns="540000">
            <a:noAutofit/>
          </a:bodyPr>
          <a:lstStyle>
            <a:lvl1pPr>
              <a:defRPr b="1">
                <a:solidFill>
                  <a:srgbClr val="12CEF7"/>
                </a:solidFill>
              </a:defRPr>
            </a:lvl1pPr>
            <a:lvl2pPr>
              <a:defRPr b="1">
                <a:solidFill>
                  <a:srgbClr val="12CEF7"/>
                </a:solidFill>
              </a:defRPr>
            </a:lvl2pPr>
            <a:lvl3pPr>
              <a:defRPr b="1">
                <a:solidFill>
                  <a:srgbClr val="12CEF7"/>
                </a:solidFill>
              </a:defRPr>
            </a:lvl3pPr>
            <a:lvl4pPr>
              <a:defRPr b="1">
                <a:solidFill>
                  <a:srgbClr val="12CEF7"/>
                </a:solidFill>
              </a:defRPr>
            </a:lvl4pPr>
            <a:lvl5pPr>
              <a:defRPr b="1">
                <a:solidFill>
                  <a:srgbClr val="12CEF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BA317-EC6B-E6FD-1086-2B943760B2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1F6E0B-E061-446A-DEE9-B09CDDA42C9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7D5F32-C541-99D9-182C-9F827B4497A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CCC4E62-9CCB-1702-0C59-400D13224048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2CF6A7C-2246-FA53-59C6-F281DBF252F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AD4F9D-4AA7-0468-8EF9-576392CCC44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C531D8B-A885-C2B5-60F3-2155E86C8E2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1B2AE35-F959-4D79-04A5-3EC180AB61A4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85E05F3-EAAE-D9AE-ABC2-F64C811ADA6A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F1A65E7-5C04-5F81-1429-3BF31F9FE80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E35C2EC-2A68-F0E4-3603-22075F9C4D23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D00920-8588-438D-602D-F9A2A6E2F54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1CA1637-0BAC-CFD9-4D61-5AA6E7701FF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197729-7FD6-5EC2-41DF-8714A48DAD3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694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overlap righ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540000"/>
            <a:ext cx="4284663" cy="631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0125" y="2225040"/>
            <a:ext cx="3571875" cy="4632960"/>
          </a:xfrm>
          <a:solidFill>
            <a:srgbClr val="057068"/>
          </a:solidFill>
          <a:ln w="34925" cmpd="sng">
            <a:noFill/>
          </a:ln>
        </p:spPr>
        <p:txBody>
          <a:bodyPr lIns="540000" tIns="360000" rIns="540000" bIns="1152000"/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4ADE1-7AAE-4279-80BF-CF93614241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540000"/>
            <a:ext cx="4836862" cy="49859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Insert slide title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53295DE-7267-E2FC-B2EE-32DD33AD8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0518" y="5787297"/>
            <a:ext cx="1705629" cy="12052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EAE904F-DC57-DA26-D7FD-0F90D000F09E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3FB956-8208-2C37-123F-F07CA102D812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161BC32-8721-DAF8-2088-1DE21728D0A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54D881D-F991-B15E-6624-494C905624E5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E6F31C-831E-7F4E-F74B-C17A3A7CD254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E2B975-D900-736A-B4BD-BC28A37E921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84C5597-A406-9FAA-3225-122D690703C9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BA4935-429E-40FB-5A73-5A6AB8A5B3F0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B6A1370-803B-2BA4-3FDD-460F5A11C95D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7DE9749-E6CF-2836-4E5A-E087106B69E6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82F666-3BF6-BB5E-A421-854F11E593C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7B27BE0-DC31-3AC9-3BC9-585626DFCC6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8E98A4E-08E4-A75E-F1A3-E90C5F2DA301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302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verlap left (teal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2200" y="540000"/>
            <a:ext cx="4284663" cy="631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2225040"/>
            <a:ext cx="3571875" cy="4632960"/>
          </a:xfrm>
          <a:solidFill>
            <a:srgbClr val="FF99FF"/>
          </a:solidFill>
          <a:ln w="34925" cmpd="sng">
            <a:noFill/>
          </a:ln>
        </p:spPr>
        <p:txBody>
          <a:bodyPr lIns="540000" tIns="360000" rIns="540000" bIns="540000"/>
          <a:lstStyle>
            <a:lvl1pPr>
              <a:defRPr b="1">
                <a:solidFill>
                  <a:srgbClr val="9E0D8F"/>
                </a:solidFill>
              </a:defRPr>
            </a:lvl1pPr>
            <a:lvl2pPr>
              <a:defRPr b="1">
                <a:solidFill>
                  <a:srgbClr val="9E0D8F"/>
                </a:solidFill>
              </a:defRPr>
            </a:lvl2pPr>
            <a:lvl3pPr>
              <a:defRPr b="1">
                <a:solidFill>
                  <a:srgbClr val="9E0D8F"/>
                </a:solidFill>
              </a:defRPr>
            </a:lvl3pPr>
            <a:lvl4pPr>
              <a:defRPr b="1">
                <a:solidFill>
                  <a:srgbClr val="9E0D8F"/>
                </a:solidFill>
              </a:defRPr>
            </a:lvl4pPr>
            <a:lvl5pPr>
              <a:defRPr b="1">
                <a:solidFill>
                  <a:srgbClr val="9E0D8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048F0A8-DF31-4503-98CC-921E278500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349" y="540000"/>
            <a:ext cx="57957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9CFF1FB-5E80-4B7A-B35B-072ACF3411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349" y="1259999"/>
            <a:ext cx="54843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8372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349" y="540000"/>
            <a:ext cx="579571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349" y="1259999"/>
            <a:ext cx="54843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340350" cy="5939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65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77190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77190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0"/>
            <a:ext cx="5340350" cy="5939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4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50863"/>
            <a:ext cx="5340348" cy="266375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650" y="3398239"/>
            <a:ext cx="5340348" cy="2541760"/>
          </a:xfrm>
          <a:solidFill>
            <a:srgbClr val="FF7038"/>
          </a:solidFill>
          <a:ln w="34925" cmpd="sng">
            <a:noFill/>
          </a:ln>
        </p:spPr>
        <p:txBody>
          <a:bodyPr wrap="square" lIns="540000" tIns="360000" rIns="540000" bIns="540000"/>
          <a:lstStyle>
            <a:lvl1pPr>
              <a:defRPr b="1">
                <a:solidFill>
                  <a:srgbClr val="FCDF20"/>
                </a:solidFill>
              </a:defRPr>
            </a:lvl1pPr>
            <a:lvl2pPr>
              <a:defRPr b="1">
                <a:solidFill>
                  <a:srgbClr val="FCDF20"/>
                </a:solidFill>
              </a:defRPr>
            </a:lvl2pPr>
            <a:lvl3pPr>
              <a:defRPr b="1">
                <a:solidFill>
                  <a:srgbClr val="FCDF20"/>
                </a:solidFill>
              </a:defRPr>
            </a:lvl3pPr>
            <a:lvl4pPr>
              <a:defRPr b="1">
                <a:solidFill>
                  <a:srgbClr val="FCDF20"/>
                </a:solidFill>
              </a:defRPr>
            </a:lvl4pPr>
            <a:lvl5pPr>
              <a:defRPr b="1">
                <a:solidFill>
                  <a:srgbClr val="FCDF20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D96B3-F937-D017-5690-8F0A486A50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6E273F9-A766-5338-98E2-00E36D7B4EBC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0B0B152-CA03-B1C5-19D3-593A821E691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9296827-11D9-9D7E-3595-9CA828CAAD2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56C1063-620B-E957-7456-994514A1C5C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A65CEB-6FFD-2FD4-1C37-90EB6827E720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ABEE606-ACDF-361F-E8A1-A391C250B5F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2E826A5-ECA5-6E78-6E87-8941790682FF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8889C78-CF65-BC79-265E-430A0EFBDA03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A1C763C-0F90-4141-06BC-74225B84232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98BD69-8948-C83C-B3CB-B61C212A281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BB1761-05AC-EF05-BEBC-F98869AB6F4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2F93D5-6D07-C26F-3016-182FDBD0535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6165406-5CD4-50D3-BEB2-DFA16D94D327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2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1652" y="3065714"/>
            <a:ext cx="5340348" cy="2874285"/>
          </a:xfrm>
          <a:solidFill>
            <a:srgbClr val="057068"/>
          </a:solidFill>
          <a:ln w="34925" cmpd="sng">
            <a:noFill/>
          </a:ln>
        </p:spPr>
        <p:txBody>
          <a:bodyPr lIns="540000" tIns="360000" rIns="540000" bIns="540000"/>
          <a:lstStyle>
            <a:lvl1pPr>
              <a:defRPr b="1">
                <a:solidFill>
                  <a:srgbClr val="85E5A7"/>
                </a:solidFill>
              </a:defRPr>
            </a:lvl1pPr>
            <a:lvl2pPr>
              <a:defRPr b="1">
                <a:solidFill>
                  <a:srgbClr val="85E5A7"/>
                </a:solidFill>
              </a:defRPr>
            </a:lvl2pPr>
            <a:lvl3pPr>
              <a:defRPr b="1">
                <a:solidFill>
                  <a:srgbClr val="85E5A7"/>
                </a:solidFill>
              </a:defRPr>
            </a:lvl3pPr>
            <a:lvl4pPr>
              <a:defRPr b="1">
                <a:solidFill>
                  <a:srgbClr val="85E5A7"/>
                </a:solidFill>
              </a:defRPr>
            </a:lvl4pPr>
            <a:lvl5pPr>
              <a:defRPr b="1">
                <a:solidFill>
                  <a:srgbClr val="85E5A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40001"/>
            <a:ext cx="2305048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83714" y="540001"/>
            <a:ext cx="2808285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F4EE1-2EC0-B117-E5B8-68D694F9A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44FE0B-30C2-538F-357B-59FCAAB47324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E81DC38-3FB3-51BD-BD04-CF8BA414524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EC453AC-7CC5-E957-5605-5E8CFF9CDA60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DE1EE1A-392B-3E25-ACC8-DB9847F7463D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B544AA4-8A82-8763-5848-F89DF7AF93F6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40BA8DF-4921-78B9-0BB1-84395A0EC756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8643428-2B66-192A-BC8F-92BF877D4039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05E63C-CE12-5403-61D9-4F8BF8428CA4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073642-2ED6-684E-999A-45310E300E9A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2CBB5A2-4A3E-88EA-690A-0936BC6B8DC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CDA403E-FF80-F335-3B30-AD91A488F73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146FF1-98FF-1202-8031-E00F9724FD63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C538A1B-CF2B-3E48-57B2-38E489F621AF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8891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ent 2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1EC2850-2B26-4938-84B8-7124CACA37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065714"/>
            <a:ext cx="5855850" cy="2874285"/>
          </a:xfrm>
          <a:solidFill>
            <a:srgbClr val="0272FD"/>
          </a:solidFill>
          <a:ln w="34925" cmpd="sng">
            <a:noFill/>
          </a:ln>
        </p:spPr>
        <p:txBody>
          <a:bodyPr lIns="540000" tIns="360000" rIns="540000" bIns="540000"/>
          <a:lstStyle>
            <a:lvl1pPr algn="r">
              <a:defRPr b="1">
                <a:solidFill>
                  <a:srgbClr val="12CEF7"/>
                </a:solidFill>
              </a:defRPr>
            </a:lvl1pPr>
            <a:lvl2pPr algn="r">
              <a:defRPr b="1">
                <a:solidFill>
                  <a:srgbClr val="12CEF7"/>
                </a:solidFill>
              </a:defRPr>
            </a:lvl2pPr>
            <a:lvl3pPr algn="r">
              <a:defRPr b="1">
                <a:solidFill>
                  <a:srgbClr val="12CEF7"/>
                </a:solidFill>
              </a:defRPr>
            </a:lvl3pPr>
            <a:lvl4pPr algn="r">
              <a:defRPr b="1">
                <a:solidFill>
                  <a:srgbClr val="12CEF7"/>
                </a:solidFill>
              </a:defRPr>
            </a:lvl4pPr>
            <a:lvl5pPr algn="r">
              <a:defRPr b="1">
                <a:solidFill>
                  <a:srgbClr val="12CEF7"/>
                </a:solidFill>
              </a:defRPr>
            </a:lvl5pPr>
          </a:lstStyle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50801" y="540001"/>
            <a:ext cx="2305048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0247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0247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540001"/>
            <a:ext cx="3348286" cy="234209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F4EE1-2EC0-B117-E5B8-68D694F9AB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E9C50F2-1518-F433-F11C-E626B2B3717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3F168AF-A2C6-B72F-45BA-A085DE69C7BA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5C8CED-98C6-0BC9-40FE-23AC259BC6B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BF758F8-3319-85E1-2CFE-939C61B6461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B6340F-44FD-CF87-C7FA-59614DFEB589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0D1ECB4-1357-F143-99F8-015585C0BD6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08753AF-529B-310F-7168-2C8652049FF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323E2B9-B77B-0882-35C7-EEFDCDBEF558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17BBD91-C7E4-1C01-71F1-20777BFC3C5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1DEE97E-351F-4318-F042-F89E747BA1A5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B40C893-C47D-BE06-34C1-0AF4566EF93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64B96C8-6A37-7E43-6083-2048CF92D4A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B7C797-1DE5-DB98-825B-D1D20715622E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7476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11C82B8-AF79-4E58-BD34-079E4085F2B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2" y="550863"/>
            <a:ext cx="2305048" cy="27733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540000"/>
            <a:ext cx="555625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35655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77E1749E-4C30-4AAE-B89C-63A3348B74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5556250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DAA0BC3-AEF4-4901-A371-524192E3D23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83715" y="550863"/>
            <a:ext cx="2305048" cy="27733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4E59765-31DC-4670-B93A-36F9FB519AB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851651" y="3533776"/>
            <a:ext cx="4837111" cy="2406224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08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and two images 1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F9BA91-1CFE-4208-A2CC-283F0AB61E0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537001"/>
            <a:ext cx="609600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469164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0"/>
            <a:ext cx="356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1"/>
            <a:ext cx="534035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1C2B5F5-498F-41AB-BEB4-FD5EBE5060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7822" y="6259151"/>
            <a:ext cx="828675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5pPr>
              <a:buNone/>
              <a:defRPr/>
            </a:lvl5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302F93-F6F2-CC74-3863-83CEBC4729B3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6A69292-53BA-25BE-F539-D6576843ACDD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C94A638-EFE2-F302-2976-B0C51FD491AF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676ABB2-27CE-319A-EF2B-1CFB0A51F0F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FA0B3C-B3D9-4C1A-FE7D-2F8A0B9FE81D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16CB24A-3ED8-7E2E-8B20-111FB3CADAF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AFACC1D-DED6-91D5-E9D4-B9AB2CA8BB03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3ED773-5477-0086-E1FC-98F52C883436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FF13085-A901-C3DC-FCE6-97C719E057A9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E5E5FF-067B-CA53-2CF6-D8B6233AE70F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DB183C-3EE6-01AC-9C0D-38594D05B5D3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B79F1F-7916-6FD3-BB49-603EDB18A88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33740B-B3CA-EE71-20AC-4B7562283EB5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927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ent and two images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BF9BA91-1CFE-4208-A2CC-283F0AB61E0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537001"/>
            <a:ext cx="609600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40000"/>
            <a:ext cx="555625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title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9" y="6356350"/>
            <a:ext cx="356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DB6232-1B3A-4AC0-BD90-520E27E8C3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259999"/>
            <a:ext cx="4837113" cy="468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1650" y="1"/>
            <a:ext cx="5340350" cy="3320999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5CA16-CDAB-4FE3-9E46-42CC58A23B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FB99E2-3466-C064-39B8-8E3E862E6479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42E6A7-E1BC-DD8F-1400-85E037C623E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92609A-1CD5-80A7-2CFA-4046AF3EAB74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1AF44C8-8FA3-ED73-FB04-7CEE8535B67F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60A9028-B886-9684-FC08-2751291EF995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1B8825D-0678-5594-751C-2FA508FAA42C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00AAA0A-788F-2C84-72A1-C475DEEF62CC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20938D-6156-2A8A-5819-04F6886E6D85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23E543B-A53A-3030-262B-15C355AB238E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2C251E-013F-AE29-4465-096A4905826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CBBBC81-46AC-73D3-8E15-768EC2EDAD0B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28C8EA-3968-F3BC-1268-3CEA236A6CF5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3FF0FE8-5A99-E162-94F5-DA1ED4CD806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611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567" y="1588869"/>
            <a:ext cx="5580496" cy="33239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Example of full screen image with bold statement.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85693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1A8F52-924B-4CF7-853A-5D99BBD714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48497" y="6259151"/>
            <a:ext cx="828000" cy="25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buNone/>
              <a:defRPr/>
            </a:lvl1pPr>
            <a:lvl4pPr>
              <a:buNone/>
              <a:defRPr/>
            </a:lvl4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2E9177-086C-EB0C-85CE-90A6C87DBF40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08036E-28C2-A521-AB89-B67CF4FCEC9B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1FE78C-C477-2604-6131-4E67FD5CF992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E5A3FA3-144A-1A1E-CAA6-FCA6FE557223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75EF00-2944-8D72-B73C-9E338E6B3E71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01E155-4C65-1F42-1A8D-CFC9319DE95D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D1D25C-CB47-DB91-987B-5B07BDB7AAD5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52F46A-A8F8-FE2F-7905-FA5E54EB64A3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49C791F-CF1F-7321-16D1-5C19ED66F7DB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60A44AB-5ADD-1A52-F2C7-B2B8C6071FD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C45B781-8BDA-2FCE-79CC-802092400272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DC1AB7B-784D-5F2E-DA6C-FF579A617020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770D0CA-C1C8-D7B8-E3D2-8205976A3D20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903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20A50B3-2F72-4A9D-B736-16D2DC2D4F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GB"/>
              <a:t>Image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4CB4BF0-439B-4C1A-88DF-CCE2C842D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434" y="1588869"/>
            <a:ext cx="5580063" cy="332398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Example of full screen image with bold statement</a:t>
            </a:r>
            <a:r>
              <a:rPr lang="en-US"/>
              <a:t>. </a:t>
            </a:r>
          </a:p>
        </p:txBody>
      </p:sp>
      <p:sp>
        <p:nvSpPr>
          <p:cNvPr id="11" name="Footer Placeholder 35">
            <a:extLst>
              <a:ext uri="{FF2B5EF4-FFF2-40B4-BE49-F238E27FC236}">
                <a16:creationId xmlns:a16="http://schemas.microsoft.com/office/drawing/2014/main" id="{F35A291F-0073-43DC-A7E8-F7B890CE5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8569325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E688DF-0E77-43BB-9F23-7B2730311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0113C93-9D33-4AA5-9513-CD6D1F300511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10847336" y="6259151"/>
            <a:ext cx="829161" cy="252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buNone/>
              <a:defRPr/>
            </a:lvl1pPr>
            <a:lvl2pPr marL="111618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GB"/>
              <a:t> 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DA7B2F-DD0E-FE37-749B-CEEF874FEA9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384B80B-5606-23EC-263F-265CBACD21D5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74DE0C-D971-8176-0518-3402C00A3956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5EFB38-B4C5-B977-58B9-9C3974BE9BBB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EA8F95-EDFB-B641-58CE-CC2AA9808BAC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0CCFB91-9ADF-6B98-0B76-F4818FA67897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FFE28DA-B327-0914-D5DD-0A5B918B10D6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E2168D4-092F-F7D8-3132-961D5344E3DB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CFEA6D-DFE7-D02F-9F81-92A2852E3DD3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7702703-B736-6AB8-2F6C-67A0E74DA091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3E12A68-BC83-0E4E-69A6-FFBB04570496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3F2790-DFE1-29D4-07A6-61414249562D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1E4CCC-2CCF-009D-CFF2-B97871422C03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019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(white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08B67276-EF5C-AA7F-3C3A-B17119B6E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487" y="3159000"/>
            <a:ext cx="1773026" cy="54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06B0B03-C300-2134-24C5-777F39152336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32997E2-2197-5A80-A6A1-E2FE9C51F1D0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744C0B-7BF2-B9A6-8925-F4C827C0E015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D59FD0-D448-A37E-60C8-7B7F0E29AA74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44D2C8-CC82-0D2A-E0F6-AF91595FCA4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178CD9-8DF2-0CC8-93D7-48D7DA221274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E397E7A-6902-28C5-03D5-83001BB0929A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C13CE56-945A-8E79-317B-ED52BB177829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7801A96-F779-5767-6DA0-8EC60798C5B0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DC9D24A-325C-44B8-29C5-77D58F0FD039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EAD78-DC86-F821-68CC-497F2219ECBE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8202B6-9F5A-9298-EBFA-4DBF961E45D7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0029F1E-8E64-7810-A3CA-55E55C5C5068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06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08B67276-EF5C-AA7F-3C3A-B17119B6E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487" y="3159000"/>
            <a:ext cx="1773026" cy="540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E3D35EF-9EA0-63D6-FAE5-221A7CB22A48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B6C6E88-1AAC-247C-8D20-DB8FF37C6CA4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1BDE079-9F32-FE1A-35FB-867776E74DF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742151C-5147-4EE9-FAD6-20EB912EFB64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196144-432D-25B6-4435-6A7077D91097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08AF544-771E-2F58-6D7D-04B24283F17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6B1982-413F-3D42-C059-FA81CF98FFB4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819F4E-EC71-EF8C-E524-B140FDAB9CB1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AB9A7D-FF87-EF62-8AE1-8A8B18CFC8B1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E58319-87A8-24B5-9B26-2442194504F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2EEB10-3B5C-EDB1-13FD-AC77A150CF14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1479BB-A6DD-580B-6D6D-5903068D4811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6CFC7D-DB8D-9370-A11E-219952CD4412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283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 (tea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4AC78C-5DBF-46D8-8528-58000BA1E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1" y="3521202"/>
            <a:ext cx="8616699" cy="553998"/>
          </a:xfrm>
        </p:spPr>
        <p:txBody>
          <a:bodyPr anchor="b" anchorCtr="0"/>
          <a:lstStyle>
            <a:lvl1pPr>
              <a:defRPr sz="4000" b="1"/>
            </a:lvl1pPr>
          </a:lstStyle>
          <a:p>
            <a:r>
              <a:rPr lang="en-US"/>
              <a:t>Divider </a:t>
            </a:r>
          </a:p>
        </p:txBody>
      </p:sp>
      <p:sp>
        <p:nvSpPr>
          <p:cNvPr id="8" name="Footer Placeholder 35">
            <a:extLst>
              <a:ext uri="{FF2B5EF4-FFF2-40B4-BE49-F238E27FC236}">
                <a16:creationId xmlns:a16="http://schemas.microsoft.com/office/drawing/2014/main" id="{DB49269F-17E4-4B6C-ADA4-A983C108B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ACC02F76-0D34-43C9-B4D0-69294F59C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63FB3E3C-3870-4F5E-B682-EEDA3DF0A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516" y="6259151"/>
            <a:ext cx="827981" cy="252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78532FC-EEB1-D533-B1B9-21776DAA3A42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37C4824-16AA-73B0-D9D4-584F6B43DA09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02A5D00-E72A-7DDC-8394-A140EB1F62AE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183CFF-E6AC-0271-5C18-85886C476F9A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0CDDD4-F4CC-A466-AA97-52FDEB9EE168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86BCB20-10C4-E881-8A9B-CCDD33E7349F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AD5B718-872E-E2D7-F5EC-4450B6348AA8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A1501C-4E0E-45B6-41DB-11B8429F208D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3952DF1-7F71-72F2-AE0A-53280DE36952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2CB65E2-6FC9-6ABC-8CA9-63DF15AAD72E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258664-51E1-328B-2251-BB4F92E298D9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CC5A8BE-1F34-B9C3-22FD-58568C3724DB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E76EF79-FC1B-C80D-9CF1-60CCF6A08E56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0825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C7D12-B902-3F43-BB46-83C4ED00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B1B148-0B5F-4DE9-94A8-865FDE0AD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56E350-D711-704D-6561-86921B35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E688-8EC4-483B-8EEF-9739BFFDE6DA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7CF37-5BE6-8E20-CD6D-F0907960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1357E4-0E84-7CC5-6116-DF556FAB0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088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84" Type="http://schemas.microsoft.com/office/2007/relationships/hdphoto" Target="../media/hdphoto1.wdp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07.xml"/><Relationship Id="rId39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02.xml"/><Relationship Id="rId34" Type="http://schemas.openxmlformats.org/officeDocument/2006/relationships/slideLayout" Target="../slideLayouts/slideLayout115.xml"/><Relationship Id="rId42" Type="http://schemas.openxmlformats.org/officeDocument/2006/relationships/slideLayout" Target="../slideLayouts/slideLayout123.xml"/><Relationship Id="rId47" Type="http://schemas.openxmlformats.org/officeDocument/2006/relationships/slideLayout" Target="../slideLayouts/slideLayout128.xml"/><Relationship Id="rId50" Type="http://schemas.openxmlformats.org/officeDocument/2006/relationships/slideLayout" Target="../slideLayouts/slideLayout131.xml"/><Relationship Id="rId55" Type="http://schemas.openxmlformats.org/officeDocument/2006/relationships/slideLayout" Target="../slideLayouts/slideLayout136.xml"/><Relationship Id="rId63" Type="http://schemas.openxmlformats.org/officeDocument/2006/relationships/slideLayout" Target="../slideLayouts/slideLayout144.xml"/><Relationship Id="rId68" Type="http://schemas.openxmlformats.org/officeDocument/2006/relationships/slideLayout" Target="../slideLayouts/slideLayout149.xml"/><Relationship Id="rId76" Type="http://schemas.openxmlformats.org/officeDocument/2006/relationships/slideLayout" Target="../slideLayouts/slideLayout157.xml"/><Relationship Id="rId84" Type="http://schemas.microsoft.com/office/2007/relationships/hdphoto" Target="../media/hdphoto1.wdp"/><Relationship Id="rId7" Type="http://schemas.openxmlformats.org/officeDocument/2006/relationships/slideLayout" Target="../slideLayouts/slideLayout88.xml"/><Relationship Id="rId71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9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13.xml"/><Relationship Id="rId37" Type="http://schemas.openxmlformats.org/officeDocument/2006/relationships/slideLayout" Target="../slideLayouts/slideLayout118.xml"/><Relationship Id="rId40" Type="http://schemas.openxmlformats.org/officeDocument/2006/relationships/slideLayout" Target="../slideLayouts/slideLayout121.xml"/><Relationship Id="rId45" Type="http://schemas.openxmlformats.org/officeDocument/2006/relationships/slideLayout" Target="../slideLayouts/slideLayout126.xml"/><Relationship Id="rId53" Type="http://schemas.openxmlformats.org/officeDocument/2006/relationships/slideLayout" Target="../slideLayouts/slideLayout134.xml"/><Relationship Id="rId58" Type="http://schemas.openxmlformats.org/officeDocument/2006/relationships/slideLayout" Target="../slideLayouts/slideLayout139.xml"/><Relationship Id="rId66" Type="http://schemas.openxmlformats.org/officeDocument/2006/relationships/slideLayout" Target="../slideLayouts/slideLayout147.xml"/><Relationship Id="rId74" Type="http://schemas.openxmlformats.org/officeDocument/2006/relationships/slideLayout" Target="../slideLayouts/slideLayout155.xml"/><Relationship Id="rId7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86.xml"/><Relationship Id="rId61" Type="http://schemas.openxmlformats.org/officeDocument/2006/relationships/slideLayout" Target="../slideLayouts/slideLayout142.xml"/><Relationship Id="rId82" Type="http://schemas.openxmlformats.org/officeDocument/2006/relationships/theme" Target="../theme/theme2.xml"/><Relationship Id="rId10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112.xml"/><Relationship Id="rId44" Type="http://schemas.openxmlformats.org/officeDocument/2006/relationships/slideLayout" Target="../slideLayouts/slideLayout125.xml"/><Relationship Id="rId52" Type="http://schemas.openxmlformats.org/officeDocument/2006/relationships/slideLayout" Target="../slideLayouts/slideLayout133.xml"/><Relationship Id="rId60" Type="http://schemas.openxmlformats.org/officeDocument/2006/relationships/slideLayout" Target="../slideLayouts/slideLayout141.xml"/><Relationship Id="rId65" Type="http://schemas.openxmlformats.org/officeDocument/2006/relationships/slideLayout" Target="../slideLayouts/slideLayout146.xml"/><Relationship Id="rId73" Type="http://schemas.openxmlformats.org/officeDocument/2006/relationships/slideLayout" Target="../slideLayouts/slideLayout154.xml"/><Relationship Id="rId78" Type="http://schemas.openxmlformats.org/officeDocument/2006/relationships/slideLayout" Target="../slideLayouts/slideLayout159.xml"/><Relationship Id="rId81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103.xml"/><Relationship Id="rId27" Type="http://schemas.openxmlformats.org/officeDocument/2006/relationships/slideLayout" Target="../slideLayouts/slideLayout108.xml"/><Relationship Id="rId30" Type="http://schemas.openxmlformats.org/officeDocument/2006/relationships/slideLayout" Target="../slideLayouts/slideLayout111.xml"/><Relationship Id="rId35" Type="http://schemas.openxmlformats.org/officeDocument/2006/relationships/slideLayout" Target="../slideLayouts/slideLayout116.xml"/><Relationship Id="rId43" Type="http://schemas.openxmlformats.org/officeDocument/2006/relationships/slideLayout" Target="../slideLayouts/slideLayout124.xml"/><Relationship Id="rId48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37.xml"/><Relationship Id="rId64" Type="http://schemas.openxmlformats.org/officeDocument/2006/relationships/slideLayout" Target="../slideLayouts/slideLayout145.xml"/><Relationship Id="rId69" Type="http://schemas.openxmlformats.org/officeDocument/2006/relationships/slideLayout" Target="../slideLayouts/slideLayout150.xml"/><Relationship Id="rId77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32.xml"/><Relationship Id="rId72" Type="http://schemas.openxmlformats.org/officeDocument/2006/relationships/slideLayout" Target="../slideLayouts/slideLayout153.xml"/><Relationship Id="rId80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106.xml"/><Relationship Id="rId33" Type="http://schemas.openxmlformats.org/officeDocument/2006/relationships/slideLayout" Target="../slideLayouts/slideLayout114.xml"/><Relationship Id="rId38" Type="http://schemas.openxmlformats.org/officeDocument/2006/relationships/slideLayout" Target="../slideLayouts/slideLayout119.xml"/><Relationship Id="rId46" Type="http://schemas.openxmlformats.org/officeDocument/2006/relationships/slideLayout" Target="../slideLayouts/slideLayout127.xml"/><Relationship Id="rId59" Type="http://schemas.openxmlformats.org/officeDocument/2006/relationships/slideLayout" Target="../slideLayouts/slideLayout140.xml"/><Relationship Id="rId67" Type="http://schemas.openxmlformats.org/officeDocument/2006/relationships/slideLayout" Target="../slideLayouts/slideLayout148.xml"/><Relationship Id="rId20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22.xml"/><Relationship Id="rId54" Type="http://schemas.openxmlformats.org/officeDocument/2006/relationships/slideLayout" Target="../slideLayouts/slideLayout135.xml"/><Relationship Id="rId62" Type="http://schemas.openxmlformats.org/officeDocument/2006/relationships/slideLayout" Target="../slideLayouts/slideLayout143.xml"/><Relationship Id="rId70" Type="http://schemas.openxmlformats.org/officeDocument/2006/relationships/slideLayout" Target="../slideLayouts/slideLayout151.xml"/><Relationship Id="rId75" Type="http://schemas.openxmlformats.org/officeDocument/2006/relationships/slideLayout" Target="../slideLayouts/slideLayout156.xml"/><Relationship Id="rId83" Type="http://schemas.openxmlformats.org/officeDocument/2006/relationships/image" Target="../media/image1.png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9.xml"/><Relationship Id="rId36" Type="http://schemas.openxmlformats.org/officeDocument/2006/relationships/slideLayout" Target="../slideLayouts/slideLayout117.xml"/><Relationship Id="rId49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CFCFF-E552-469B-9808-0522C4F8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1112400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</a:t>
            </a:r>
            <a:r>
              <a:rPr lang="en-GB" noProof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297FB-E046-4944-8122-B2329C42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60000"/>
            <a:ext cx="11124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</a:t>
            </a:r>
            <a:r>
              <a:rPr lang="en-GB" noProof="0"/>
              <a:t>Master</a:t>
            </a:r>
            <a:r>
              <a:rPr lang="en-US"/>
              <a:t>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5">
            <a:extLst>
              <a:ext uri="{FF2B5EF4-FFF2-40B4-BE49-F238E27FC236}">
                <a16:creationId xmlns:a16="http://schemas.microsoft.com/office/drawing/2014/main" id="{E1833330-2977-44E6-9BC5-290E52518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48A3C5-9D4B-4D9B-ACCF-035EA31FA949}"/>
              </a:ext>
            </a:extLst>
          </p:cNvPr>
          <p:cNvPicPr>
            <a:picLocks noChangeAspect="1"/>
          </p:cNvPicPr>
          <p:nvPr/>
        </p:nvPicPr>
        <p:blipFill>
          <a:blip r:embed="rId83" cstate="print">
            <a:extLst>
              <a:ext uri="{BEBA8EAE-BF5A-486C-A8C5-ECC9F3942E4B}">
                <a14:imgProps xmlns:a14="http://schemas.microsoft.com/office/drawing/2010/main">
                  <a14:imgLayer r:embed="rId8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C493D64-8557-4107-AC79-109FBB4EA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2E61FE3-91AE-45F7-804C-3C47006FA40D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7F5337-49C0-EDF4-F64C-2E2BC26A3126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C66BE16-68E5-13C6-180C-B3C745AAA74C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41215A-430F-71DE-886F-CCEE29085DA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B34A399-8E99-9941-CB5E-5602798F729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25842D-CDD6-B234-301C-84505278556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01C1FBA-794B-BF38-2FC8-FA1AA6D5156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5FF007-C022-B824-B791-CFE3E8E7C04B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BDF6432-CCDB-C0E4-A711-7D447F5244D6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497A152-29E7-D731-ED11-8ACD681667ED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E31B9BC-0205-DB8B-5D90-B795F9BAABB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2793D9A-928A-A0ED-F726-BE824E19DC9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C1E635F-8DDE-325A-ECE8-79AC80CE54F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086DC0D-8F11-68D4-556E-3B1ADEC98D64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4729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Segoe UI" panose="020B0502040204020203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Segoe UI" panose="020B0502040204020203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1141">
          <p15:clr>
            <a:srgbClr val="F26B43"/>
          </p15:clr>
        </p15:guide>
        <p15:guide id="4" pos="1005">
          <p15:clr>
            <a:srgbClr val="F26B43"/>
          </p15:clr>
        </p15:guide>
        <p15:guide id="5" pos="1935">
          <p15:clr>
            <a:srgbClr val="F26B43"/>
          </p15:clr>
        </p15:guide>
        <p15:guide id="6" pos="1799">
          <p15:clr>
            <a:srgbClr val="F26B43"/>
          </p15:clr>
        </p15:guide>
        <p15:guide id="7" pos="2593">
          <p15:clr>
            <a:srgbClr val="F26B43"/>
          </p15:clr>
        </p15:guide>
        <p15:guide id="8" pos="2729">
          <p15:clr>
            <a:srgbClr val="F26B43"/>
          </p15:clr>
        </p15:guide>
        <p15:guide id="9" pos="3387">
          <p15:clr>
            <a:srgbClr val="F26B43"/>
          </p15:clr>
        </p15:guide>
        <p15:guide id="10" pos="3523">
          <p15:clr>
            <a:srgbClr val="F26B43"/>
          </p15:clr>
        </p15:guide>
        <p15:guide id="11" pos="4180">
          <p15:clr>
            <a:srgbClr val="F26B43"/>
          </p15:clr>
        </p15:guide>
        <p15:guide id="12" pos="4316">
          <p15:clr>
            <a:srgbClr val="F26B43"/>
          </p15:clr>
        </p15:guide>
        <p15:guide id="13" pos="4975">
          <p15:clr>
            <a:srgbClr val="F26B43"/>
          </p15:clr>
        </p15:guide>
        <p15:guide id="14" pos="5111">
          <p15:clr>
            <a:srgbClr val="F26B43"/>
          </p15:clr>
        </p15:guide>
        <p15:guide id="15" pos="5768">
          <p15:clr>
            <a:srgbClr val="F26B43"/>
          </p15:clr>
        </p15:guide>
        <p15:guide id="16" pos="5904">
          <p15:clr>
            <a:srgbClr val="F26B43"/>
          </p15:clr>
        </p15:guide>
        <p15:guide id="17" pos="6539">
          <p15:clr>
            <a:srgbClr val="F26B43"/>
          </p15:clr>
        </p15:guide>
        <p15:guide id="18" pos="6675">
          <p15:clr>
            <a:srgbClr val="F26B43"/>
          </p15:clr>
        </p15:guide>
        <p15:guide id="19" pos="7355">
          <p15:clr>
            <a:srgbClr val="F26B43"/>
          </p15:clr>
        </p15:guide>
        <p15:guide id="20" orient="horz" pos="347">
          <p15:clr>
            <a:srgbClr val="F26B43"/>
          </p15:clr>
        </p15:guide>
        <p15:guide id="21" orient="horz" pos="399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CFCFF-E552-469B-9808-0522C4F8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540000"/>
            <a:ext cx="11124000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Insert slide </a:t>
            </a:r>
            <a:r>
              <a:rPr lang="en-GB" noProof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297FB-E046-4944-8122-B2329C42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60000"/>
            <a:ext cx="11124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</a:t>
            </a:r>
            <a:r>
              <a:rPr lang="en-GB" noProof="0"/>
              <a:t>Master</a:t>
            </a:r>
            <a:r>
              <a:rPr lang="en-US"/>
              <a:t> text styles (Segoe 24pt)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5">
            <a:extLst>
              <a:ext uri="{FF2B5EF4-FFF2-40B4-BE49-F238E27FC236}">
                <a16:creationId xmlns:a16="http://schemas.microsoft.com/office/drawing/2014/main" id="{E1833330-2977-44E6-9BC5-290E52518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11338" y="6356351"/>
            <a:ext cx="4824000" cy="1548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48A3C5-9D4B-4D9B-ACCF-035EA31FA949}"/>
              </a:ext>
            </a:extLst>
          </p:cNvPr>
          <p:cNvPicPr>
            <a:picLocks noChangeAspect="1"/>
          </p:cNvPicPr>
          <p:nvPr/>
        </p:nvPicPr>
        <p:blipFill>
          <a:blip r:embed="rId83" cstate="print">
            <a:extLst>
              <a:ext uri="{BEBA8EAE-BF5A-486C-A8C5-ECC9F3942E4B}">
                <a14:imgProps xmlns:a14="http://schemas.microsoft.com/office/drawing/2010/main">
                  <a14:imgLayer r:embed="rId8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069" y="6259151"/>
            <a:ext cx="828428" cy="25200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C493D64-8557-4107-AC79-109FBB4EA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0001" y="6356351"/>
            <a:ext cx="1055439" cy="15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824220B-2145-4603-A3F4-8E2CED5F62D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7F5337-49C0-EDF4-F64C-2E2BC26A3126}"/>
              </a:ext>
            </a:extLst>
          </p:cNvPr>
          <p:cNvGrpSpPr/>
          <p:nvPr/>
        </p:nvGrpSpPr>
        <p:grpSpPr>
          <a:xfrm>
            <a:off x="8505570" y="-529644"/>
            <a:ext cx="3686430" cy="338667"/>
            <a:chOff x="8505570" y="-529644"/>
            <a:chExt cx="3686430" cy="33866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C66BE16-68E5-13C6-180C-B3C745AAA74C}"/>
                </a:ext>
              </a:extLst>
            </p:cNvPr>
            <p:cNvGrpSpPr/>
            <p:nvPr/>
          </p:nvGrpSpPr>
          <p:grpSpPr>
            <a:xfrm>
              <a:off x="9508603" y="-529643"/>
              <a:ext cx="677331" cy="338666"/>
              <a:chOff x="8742358" y="-529643"/>
              <a:chExt cx="677331" cy="33866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741215A-430F-71DE-886F-CCEE29085DA3}"/>
                  </a:ext>
                </a:extLst>
              </p:cNvPr>
              <p:cNvSpPr/>
              <p:nvPr/>
            </p:nvSpPr>
            <p:spPr>
              <a:xfrm rot="16200000">
                <a:off x="8742358" y="-529643"/>
                <a:ext cx="338666" cy="338666"/>
              </a:xfrm>
              <a:prstGeom prst="rect">
                <a:avLst/>
              </a:prstGeom>
              <a:solidFill>
                <a:srgbClr val="0072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B34A399-8E99-9941-CB5E-5602798F7297}"/>
                  </a:ext>
                </a:extLst>
              </p:cNvPr>
              <p:cNvSpPr/>
              <p:nvPr/>
            </p:nvSpPr>
            <p:spPr>
              <a:xfrm rot="16200000">
                <a:off x="9081023" y="-529643"/>
                <a:ext cx="338666" cy="338666"/>
              </a:xfrm>
              <a:prstGeom prst="rect">
                <a:avLst/>
              </a:prstGeom>
              <a:solidFill>
                <a:srgbClr val="00D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F25842D-CDD6-B234-301C-84505278556A}"/>
                </a:ext>
              </a:extLst>
            </p:cNvPr>
            <p:cNvGrpSpPr/>
            <p:nvPr/>
          </p:nvGrpSpPr>
          <p:grpSpPr>
            <a:xfrm>
              <a:off x="8505570" y="-529644"/>
              <a:ext cx="677331" cy="338667"/>
              <a:chOff x="7642758" y="-529644"/>
              <a:chExt cx="677331" cy="3386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01C1FBA-794B-BF38-2FC8-FA1AA6D51565}"/>
                  </a:ext>
                </a:extLst>
              </p:cNvPr>
              <p:cNvSpPr/>
              <p:nvPr/>
            </p:nvSpPr>
            <p:spPr>
              <a:xfrm rot="16200000">
                <a:off x="7642758" y="-529643"/>
                <a:ext cx="338666" cy="338666"/>
              </a:xfrm>
              <a:prstGeom prst="rect">
                <a:avLst/>
              </a:prstGeom>
              <a:solidFill>
                <a:srgbClr val="0070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5FF007-C022-B824-B791-CFE3E8E7C04B}"/>
                  </a:ext>
                </a:extLst>
              </p:cNvPr>
              <p:cNvSpPr/>
              <p:nvPr/>
            </p:nvSpPr>
            <p:spPr>
              <a:xfrm rot="16200000">
                <a:off x="7981423" y="-529644"/>
                <a:ext cx="338666" cy="338666"/>
              </a:xfrm>
              <a:prstGeom prst="rect">
                <a:avLst/>
              </a:prstGeom>
              <a:solidFill>
                <a:srgbClr val="85E5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BDF6432-CCDB-C0E4-A711-7D447F5244D6}"/>
                </a:ext>
              </a:extLst>
            </p:cNvPr>
            <p:cNvGrpSpPr/>
            <p:nvPr/>
          </p:nvGrpSpPr>
          <p:grpSpPr>
            <a:xfrm>
              <a:off x="11514669" y="-529644"/>
              <a:ext cx="677331" cy="338666"/>
              <a:chOff x="10712992" y="-529644"/>
              <a:chExt cx="677331" cy="338666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497A152-29E7-D731-ED11-8ACD681667ED}"/>
                  </a:ext>
                </a:extLst>
              </p:cNvPr>
              <p:cNvSpPr/>
              <p:nvPr/>
            </p:nvSpPr>
            <p:spPr>
              <a:xfrm rot="16200000">
                <a:off x="10712992" y="-529644"/>
                <a:ext cx="338666" cy="338666"/>
              </a:xfrm>
              <a:prstGeom prst="rect">
                <a:avLst/>
              </a:prstGeom>
              <a:solidFill>
                <a:srgbClr val="9E0D8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E31B9BC-0205-DB8B-5D90-B795F9BAABB2}"/>
                  </a:ext>
                </a:extLst>
              </p:cNvPr>
              <p:cNvSpPr/>
              <p:nvPr/>
            </p:nvSpPr>
            <p:spPr>
              <a:xfrm rot="16200000">
                <a:off x="11051657" y="-529644"/>
                <a:ext cx="338666" cy="33866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2793D9A-928A-A0ED-F726-BE824E19DC9D}"/>
                </a:ext>
              </a:extLst>
            </p:cNvPr>
            <p:cNvGrpSpPr/>
            <p:nvPr/>
          </p:nvGrpSpPr>
          <p:grpSpPr>
            <a:xfrm>
              <a:off x="10511636" y="-529644"/>
              <a:ext cx="677331" cy="338666"/>
              <a:chOff x="9613392" y="-529644"/>
              <a:chExt cx="677331" cy="3386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C1E635F-8DDE-325A-ECE8-79AC80CE54F4}"/>
                  </a:ext>
                </a:extLst>
              </p:cNvPr>
              <p:cNvSpPr/>
              <p:nvPr/>
            </p:nvSpPr>
            <p:spPr>
              <a:xfrm rot="16200000">
                <a:off x="9613392" y="-529644"/>
                <a:ext cx="338666" cy="338666"/>
              </a:xfrm>
              <a:prstGeom prst="rect">
                <a:avLst/>
              </a:prstGeom>
              <a:solidFill>
                <a:srgbClr val="FF70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086DC0D-8F11-68D4-556E-3B1ADEC98D64}"/>
                  </a:ext>
                </a:extLst>
              </p:cNvPr>
              <p:cNvSpPr/>
              <p:nvPr/>
            </p:nvSpPr>
            <p:spPr>
              <a:xfrm rot="16200000">
                <a:off x="9952057" y="-529644"/>
                <a:ext cx="338666" cy="338666"/>
              </a:xfrm>
              <a:prstGeom prst="rect">
                <a:avLst/>
              </a:prstGeom>
              <a:solidFill>
                <a:srgbClr val="FCDF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706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  <p:sldLayoutId id="2147483771" r:id="rId29"/>
    <p:sldLayoutId id="2147483772" r:id="rId30"/>
    <p:sldLayoutId id="2147483773" r:id="rId31"/>
    <p:sldLayoutId id="2147483774" r:id="rId32"/>
    <p:sldLayoutId id="2147483775" r:id="rId33"/>
    <p:sldLayoutId id="2147483776" r:id="rId34"/>
    <p:sldLayoutId id="2147483777" r:id="rId35"/>
    <p:sldLayoutId id="2147483778" r:id="rId36"/>
    <p:sldLayoutId id="2147483779" r:id="rId37"/>
    <p:sldLayoutId id="2147483780" r:id="rId38"/>
    <p:sldLayoutId id="2147483781" r:id="rId39"/>
    <p:sldLayoutId id="2147483782" r:id="rId40"/>
    <p:sldLayoutId id="2147483783" r:id="rId41"/>
    <p:sldLayoutId id="2147483784" r:id="rId42"/>
    <p:sldLayoutId id="2147483785" r:id="rId43"/>
    <p:sldLayoutId id="2147483786" r:id="rId44"/>
    <p:sldLayoutId id="2147483787" r:id="rId45"/>
    <p:sldLayoutId id="2147483788" r:id="rId46"/>
    <p:sldLayoutId id="2147483789" r:id="rId47"/>
    <p:sldLayoutId id="2147483790" r:id="rId48"/>
    <p:sldLayoutId id="2147483791" r:id="rId49"/>
    <p:sldLayoutId id="2147483792" r:id="rId50"/>
    <p:sldLayoutId id="2147483793" r:id="rId51"/>
    <p:sldLayoutId id="2147483794" r:id="rId52"/>
    <p:sldLayoutId id="2147483795" r:id="rId53"/>
    <p:sldLayoutId id="2147483796" r:id="rId54"/>
    <p:sldLayoutId id="2147483797" r:id="rId55"/>
    <p:sldLayoutId id="2147483798" r:id="rId56"/>
    <p:sldLayoutId id="2147483799" r:id="rId57"/>
    <p:sldLayoutId id="2147483800" r:id="rId58"/>
    <p:sldLayoutId id="2147483801" r:id="rId59"/>
    <p:sldLayoutId id="2147483802" r:id="rId60"/>
    <p:sldLayoutId id="2147483803" r:id="rId61"/>
    <p:sldLayoutId id="2147483804" r:id="rId62"/>
    <p:sldLayoutId id="2147483805" r:id="rId63"/>
    <p:sldLayoutId id="2147483806" r:id="rId64"/>
    <p:sldLayoutId id="2147483807" r:id="rId65"/>
    <p:sldLayoutId id="2147483808" r:id="rId66"/>
    <p:sldLayoutId id="2147483809" r:id="rId67"/>
    <p:sldLayoutId id="2147483810" r:id="rId68"/>
    <p:sldLayoutId id="2147483811" r:id="rId69"/>
    <p:sldLayoutId id="2147483812" r:id="rId70"/>
    <p:sldLayoutId id="2147483813" r:id="rId71"/>
    <p:sldLayoutId id="2147483814" r:id="rId72"/>
    <p:sldLayoutId id="2147483815" r:id="rId73"/>
    <p:sldLayoutId id="2147483816" r:id="rId74"/>
    <p:sldLayoutId id="2147483817" r:id="rId75"/>
    <p:sldLayoutId id="2147483818" r:id="rId76"/>
    <p:sldLayoutId id="2147483819" r:id="rId77"/>
    <p:sldLayoutId id="2147483820" r:id="rId78"/>
    <p:sldLayoutId id="2147483821" r:id="rId79"/>
    <p:sldLayoutId id="2147483822" r:id="rId80"/>
    <p:sldLayoutId id="2147483823" r:id="rId8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Segoe UI" panose="020B0502040204020203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Segoe UI" panose="020B0502040204020203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377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1141">
          <p15:clr>
            <a:srgbClr val="F26B43"/>
          </p15:clr>
        </p15:guide>
        <p15:guide id="4" pos="1005">
          <p15:clr>
            <a:srgbClr val="F26B43"/>
          </p15:clr>
        </p15:guide>
        <p15:guide id="5" pos="1935">
          <p15:clr>
            <a:srgbClr val="F26B43"/>
          </p15:clr>
        </p15:guide>
        <p15:guide id="6" pos="1799">
          <p15:clr>
            <a:srgbClr val="F26B43"/>
          </p15:clr>
        </p15:guide>
        <p15:guide id="7" pos="2593">
          <p15:clr>
            <a:srgbClr val="F26B43"/>
          </p15:clr>
        </p15:guide>
        <p15:guide id="8" pos="2729">
          <p15:clr>
            <a:srgbClr val="F26B43"/>
          </p15:clr>
        </p15:guide>
        <p15:guide id="9" pos="3387">
          <p15:clr>
            <a:srgbClr val="F26B43"/>
          </p15:clr>
        </p15:guide>
        <p15:guide id="10" pos="3523">
          <p15:clr>
            <a:srgbClr val="F26B43"/>
          </p15:clr>
        </p15:guide>
        <p15:guide id="11" pos="4180">
          <p15:clr>
            <a:srgbClr val="F26B43"/>
          </p15:clr>
        </p15:guide>
        <p15:guide id="12" pos="4316">
          <p15:clr>
            <a:srgbClr val="F26B43"/>
          </p15:clr>
        </p15:guide>
        <p15:guide id="13" pos="4975">
          <p15:clr>
            <a:srgbClr val="F26B43"/>
          </p15:clr>
        </p15:guide>
        <p15:guide id="14" pos="5111">
          <p15:clr>
            <a:srgbClr val="F26B43"/>
          </p15:clr>
        </p15:guide>
        <p15:guide id="15" pos="5768">
          <p15:clr>
            <a:srgbClr val="F26B43"/>
          </p15:clr>
        </p15:guide>
        <p15:guide id="16" pos="5904">
          <p15:clr>
            <a:srgbClr val="F26B43"/>
          </p15:clr>
        </p15:guide>
        <p15:guide id="17" pos="6539">
          <p15:clr>
            <a:srgbClr val="F26B43"/>
          </p15:clr>
        </p15:guide>
        <p15:guide id="18" pos="6675">
          <p15:clr>
            <a:srgbClr val="F26B43"/>
          </p15:clr>
        </p15:guide>
        <p15:guide id="19" pos="7355">
          <p15:clr>
            <a:srgbClr val="F26B43"/>
          </p15:clr>
        </p15:guide>
        <p15:guide id="20" orient="horz" pos="347">
          <p15:clr>
            <a:srgbClr val="F26B43"/>
          </p15:clr>
        </p15:guide>
        <p15:guide id="21" orient="horz" pos="39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A7B0EB65-B3F8-979C-FF85-EC5BF2D1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2" y="3458472"/>
            <a:ext cx="5556247" cy="654025"/>
          </a:xfrm>
        </p:spPr>
        <p:txBody>
          <a:bodyPr/>
          <a:lstStyle/>
          <a:p>
            <a:r>
              <a:rPr lang="zh-CN" altLang="en-US" dirty="0"/>
              <a:t>项目执行跟踪平台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2256962-0AF5-16C2-8705-FD4A00AD0B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9753" y="4428000"/>
            <a:ext cx="5556247" cy="369332"/>
          </a:xfrm>
        </p:spPr>
        <p:txBody>
          <a:bodyPr/>
          <a:lstStyle/>
          <a:p>
            <a:r>
              <a:rPr lang="zh-CN" altLang="zh-CN" b="1" dirty="0"/>
              <a:t>宣贯培训</a:t>
            </a:r>
            <a:endParaRPr lang="zh-CN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DB6DB126-62B8-9C58-44E9-D0CFC1C69C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B329987-4DBA-6649-9184-26D653599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July,</a:t>
            </a:r>
            <a:r>
              <a:rPr lang="zh-CN" altLang="en-US" dirty="0"/>
              <a:t> </a:t>
            </a:r>
            <a:r>
              <a:rPr lang="en-US" altLang="zh-CN" dirty="0"/>
              <a:t>2026</a:t>
            </a:r>
          </a:p>
          <a:p>
            <a:endParaRPr lang="zh-CN" altLang="en-US" dirty="0"/>
          </a:p>
        </p:txBody>
      </p:sp>
      <p:pic>
        <p:nvPicPr>
          <p:cNvPr id="18" name="图片占位符 17">
            <a:extLst>
              <a:ext uri="{FF2B5EF4-FFF2-40B4-BE49-F238E27FC236}">
                <a16:creationId xmlns:a16="http://schemas.microsoft.com/office/drawing/2014/main" id="{CEDAF96C-1AD8-FFAE-D4D2-DCA716B964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28099"/>
          <a:stretch>
            <a:fillRect/>
          </a:stretch>
        </p:blipFill>
        <p:spPr>
          <a:prstGeom prst="rect">
            <a:avLst/>
          </a:prstGeom>
          <a:pattFill prst="lgCheck">
            <a:fgClr>
              <a:srgbClr val="FFFFFF">
                <a:lumMod val="85000"/>
              </a:srgbClr>
            </a:fgClr>
            <a:bgClr>
              <a:srgbClr val="FFFFFF"/>
            </a:bgClr>
          </a:pattFill>
        </p:spPr>
      </p:pic>
    </p:spTree>
    <p:extLst>
      <p:ext uri="{BB962C8B-B14F-4D97-AF65-F5344CB8AC3E}">
        <p14:creationId xmlns:p14="http://schemas.microsoft.com/office/powerpoint/2010/main" val="96887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21A316D9-DC40-A0E1-3DD1-4F77CB3E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项目执行跟踪线上化 目的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7F11A2FA-ED32-8F50-0D37-E95A509D411D}"/>
              </a:ext>
            </a:extLst>
          </p:cNvPr>
          <p:cNvSpPr>
            <a:spLocks noGrp="1"/>
          </p:cNvSpPr>
          <p:nvPr/>
        </p:nvSpPr>
        <p:spPr>
          <a:xfrm>
            <a:off x="540001" y="1593850"/>
            <a:ext cx="4754880" cy="1645920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6382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AE5AE078-C734-C4D6-2746-741539527C0D}"/>
              </a:ext>
            </a:extLst>
          </p:cNvPr>
          <p:cNvSpPr>
            <a:spLocks noGrp="1"/>
          </p:cNvSpPr>
          <p:nvPr/>
        </p:nvSpPr>
        <p:spPr>
          <a:xfrm>
            <a:off x="814321" y="1776730"/>
            <a:ext cx="4114800" cy="3077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统一入口</a:t>
            </a:r>
            <a:endParaRPr sz="2000" b="1" dirty="0">
              <a:solidFill>
                <a:srgbClr val="1B365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2FA30623-95E1-5FB2-343B-EED9ADF750ED}"/>
              </a:ext>
            </a:extLst>
          </p:cNvPr>
          <p:cNvSpPr>
            <a:spLocks noGrp="1"/>
          </p:cNvSpPr>
          <p:nvPr/>
        </p:nvSpPr>
        <p:spPr>
          <a:xfrm>
            <a:off x="814321" y="2325370"/>
            <a:ext cx="4114800" cy="215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不再通过多个 </a:t>
            </a:r>
            <a:r>
              <a:rPr lang="en-US" altLang="zh-CN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Excel </a:t>
            </a:r>
            <a:r>
              <a:rPr lang="zh-CN" altLang="en-US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附件来回合并。</a:t>
            </a:r>
            <a:endParaRPr sz="1400" b="0" dirty="0">
              <a:solidFill>
                <a:srgbClr val="3D3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06447085-7F91-6860-D9E4-64265E3AAC3A}"/>
              </a:ext>
            </a:extLst>
          </p:cNvPr>
          <p:cNvSpPr>
            <a:spLocks noGrp="1"/>
          </p:cNvSpPr>
          <p:nvPr/>
        </p:nvSpPr>
        <p:spPr>
          <a:xfrm>
            <a:off x="6096000" y="1593850"/>
            <a:ext cx="4754880" cy="1645920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6382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0FB1E444-DAC3-F77B-AED8-7957D597D484}"/>
              </a:ext>
            </a:extLst>
          </p:cNvPr>
          <p:cNvSpPr>
            <a:spLocks noGrp="1"/>
          </p:cNvSpPr>
          <p:nvPr/>
        </p:nvSpPr>
        <p:spPr>
          <a:xfrm>
            <a:off x="6370320" y="1776730"/>
            <a:ext cx="4114800" cy="3077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统一口径</a:t>
            </a:r>
            <a:endParaRPr sz="2000" b="1" dirty="0">
              <a:solidFill>
                <a:srgbClr val="1B365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0" name="TextBox 9">
            <a:extLst>
              <a:ext uri="{FF2B5EF4-FFF2-40B4-BE49-F238E27FC236}">
                <a16:creationId xmlns:a16="http://schemas.microsoft.com/office/drawing/2014/main" id="{D902325D-9882-5B47-0023-8A5B40D2A314}"/>
              </a:ext>
            </a:extLst>
          </p:cNvPr>
          <p:cNvSpPr>
            <a:spLocks noGrp="1"/>
          </p:cNvSpPr>
          <p:nvPr/>
        </p:nvSpPr>
        <p:spPr>
          <a:xfrm>
            <a:off x="6370320" y="2325370"/>
            <a:ext cx="4114800" cy="430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平台引用字段、自动计算字段</a:t>
            </a:r>
            <a:r>
              <a:rPr lang="zh-CN" altLang="en-US" sz="140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（公式列）</a:t>
            </a:r>
            <a:r>
              <a:rPr lang="zh-CN" altLang="en-US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和手工填报字段分开管理。</a:t>
            </a:r>
            <a:endParaRPr sz="1400" b="0" dirty="0">
              <a:solidFill>
                <a:srgbClr val="3D3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F636472F-3A7F-22E5-A32F-629A54AE7E8D}"/>
              </a:ext>
            </a:extLst>
          </p:cNvPr>
          <p:cNvSpPr>
            <a:spLocks noGrp="1"/>
          </p:cNvSpPr>
          <p:nvPr/>
        </p:nvSpPr>
        <p:spPr>
          <a:xfrm>
            <a:off x="540001" y="3605530"/>
            <a:ext cx="4754880" cy="1645920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6382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CDB9081A-E8AD-800B-57A3-D4C120A1F0AA}"/>
              </a:ext>
            </a:extLst>
          </p:cNvPr>
          <p:cNvSpPr>
            <a:spLocks noGrp="1"/>
          </p:cNvSpPr>
          <p:nvPr/>
        </p:nvSpPr>
        <p:spPr>
          <a:xfrm>
            <a:off x="814321" y="3788410"/>
            <a:ext cx="4114800" cy="3077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统一流程</a:t>
            </a:r>
            <a:endParaRPr sz="2000" b="1" dirty="0">
              <a:solidFill>
                <a:srgbClr val="1B365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A9E3FFED-3072-71CE-9E09-0D02ED6D0656}"/>
              </a:ext>
            </a:extLst>
          </p:cNvPr>
          <p:cNvSpPr>
            <a:spLocks noGrp="1"/>
          </p:cNvSpPr>
          <p:nvPr/>
        </p:nvSpPr>
        <p:spPr>
          <a:xfrm>
            <a:off x="814321" y="4337050"/>
            <a:ext cx="4114800" cy="430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项目经理提交</a:t>
            </a:r>
            <a:r>
              <a:rPr lang="en-US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 → </a:t>
            </a:r>
            <a:r>
              <a:rPr lang="zh-CN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板块管理员汇总</a:t>
            </a:r>
            <a:r>
              <a:rPr lang="en-US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 → </a:t>
            </a:r>
            <a:r>
              <a:rPr lang="zh-CN" altLang="en-US" sz="1400" dirty="0">
                <a:solidFill>
                  <a:srgbClr val="3D3D3A"/>
                </a:solidFill>
                <a:latin typeface="Microsoft YaHei"/>
                <a:ea typeface="Microsoft YaHei"/>
              </a:rPr>
              <a:t>板块和项目群负责人</a:t>
            </a:r>
            <a:r>
              <a:rPr lang="zh-CN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审批</a:t>
            </a:r>
            <a:r>
              <a:rPr lang="en-US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 → </a:t>
            </a:r>
            <a:r>
              <a:rPr lang="zh-CN" altLang="zh-CN" sz="1400" dirty="0">
                <a:solidFill>
                  <a:srgbClr val="3D3D3A"/>
                </a:solidFill>
                <a:latin typeface="Microsoft YaHei"/>
                <a:ea typeface="Microsoft YaHei"/>
              </a:rPr>
              <a:t>归档</a:t>
            </a:r>
            <a:endParaRPr sz="1400" dirty="0">
              <a:solidFill>
                <a:srgbClr val="3D3D3A"/>
              </a:solidFill>
              <a:latin typeface="Microsoft YaHei"/>
              <a:ea typeface="Microsoft YaHei"/>
            </a:endParaRP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8F8F04E8-1AC6-13BA-F1DD-520A22A99AC0}"/>
              </a:ext>
            </a:extLst>
          </p:cNvPr>
          <p:cNvSpPr>
            <a:spLocks noGrp="1"/>
          </p:cNvSpPr>
          <p:nvPr/>
        </p:nvSpPr>
        <p:spPr>
          <a:xfrm>
            <a:off x="6096000" y="3605530"/>
            <a:ext cx="4754880" cy="1645920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6382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B727CDFA-6955-B58A-BFBD-31F87C813A7A}"/>
              </a:ext>
            </a:extLst>
          </p:cNvPr>
          <p:cNvSpPr>
            <a:spLocks noGrp="1"/>
          </p:cNvSpPr>
          <p:nvPr/>
        </p:nvSpPr>
        <p:spPr>
          <a:xfrm>
            <a:off x="6370320" y="3788410"/>
            <a:ext cx="4114800" cy="3077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2000" b="1" dirty="0">
                <a:solidFill>
                  <a:srgbClr val="1B365D"/>
                </a:solidFill>
                <a:latin typeface="Source Han Serif SC"/>
                <a:ea typeface="Source Han Serif SC"/>
                <a:cs typeface="Source Han Serif SC"/>
              </a:rPr>
              <a:t>统一留痕</a:t>
            </a:r>
            <a:endParaRPr sz="2000" b="1" dirty="0">
              <a:solidFill>
                <a:srgbClr val="1B365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C095E87F-7C36-854D-7505-AE04510A1B7F}"/>
              </a:ext>
            </a:extLst>
          </p:cNvPr>
          <p:cNvSpPr>
            <a:spLocks noGrp="1"/>
          </p:cNvSpPr>
          <p:nvPr/>
        </p:nvSpPr>
        <p:spPr>
          <a:xfrm>
            <a:off x="6370320" y="4337050"/>
            <a:ext cx="4114800" cy="215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sz="1400" b="0" dirty="0">
                <a:solidFill>
                  <a:srgbClr val="3D3D3A"/>
                </a:solidFill>
                <a:latin typeface="Microsoft YaHei"/>
                <a:ea typeface="Microsoft YaHei"/>
                <a:cs typeface="Microsoft YaHei"/>
              </a:rPr>
              <a:t>修改、提交、退回和审批均有记录。</a:t>
            </a:r>
            <a:endParaRPr sz="1400" b="0" dirty="0">
              <a:solidFill>
                <a:srgbClr val="3D3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E1AF7EAD-85FA-4897-F46C-9694E93F84FF}"/>
              </a:ext>
            </a:extLst>
          </p:cNvPr>
          <p:cNvSpPr>
            <a:spLocks noGrp="1"/>
          </p:cNvSpPr>
          <p:nvPr/>
        </p:nvSpPr>
        <p:spPr>
          <a:xfrm>
            <a:off x="1144270" y="6068239"/>
            <a:ext cx="10058400" cy="276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zh-CN" altLang="en-US" b="0" i="1" dirty="0">
                <a:solidFill>
                  <a:srgbClr val="1414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erif SC"/>
                <a:ea typeface="Source Han Serif SC"/>
                <a:cs typeface="Source Han Serif SC"/>
              </a:rPr>
              <a:t>线上化</a:t>
            </a:r>
            <a:r>
              <a:rPr b="0" i="1" dirty="0" err="1">
                <a:solidFill>
                  <a:srgbClr val="14141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erif SC"/>
                <a:ea typeface="Source Han Serif SC"/>
                <a:cs typeface="Source Han Serif SC"/>
              </a:rPr>
              <a:t>为了让月度填报更可信、更高效、更可追溯</a:t>
            </a:r>
            <a:endParaRPr b="0" i="1" dirty="0">
              <a:solidFill>
                <a:srgbClr val="14141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erif SC"/>
              <a:ea typeface="Source Han Serif SC"/>
              <a:cs typeface="Source Han Serif SC"/>
            </a:endParaRPr>
          </a:p>
        </p:txBody>
      </p:sp>
    </p:spTree>
    <p:extLst>
      <p:ext uri="{BB962C8B-B14F-4D97-AF65-F5344CB8AC3E}">
        <p14:creationId xmlns:p14="http://schemas.microsoft.com/office/powerpoint/2010/main" val="834953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5F3A0-2AD9-6490-8D5B-C2909D1C3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一个填报周期内的流程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D8E6D09-6FB5-A6CD-53A9-968D37637E93}"/>
              </a:ext>
            </a:extLst>
          </p:cNvPr>
          <p:cNvSpPr/>
          <p:nvPr/>
        </p:nvSpPr>
        <p:spPr>
          <a:xfrm>
            <a:off x="3454399" y="3867474"/>
            <a:ext cx="1028201" cy="5198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项目经理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18E3986-A9C1-5968-3CCF-AC5CD326DEB0}"/>
              </a:ext>
            </a:extLst>
          </p:cNvPr>
          <p:cNvSpPr/>
          <p:nvPr/>
        </p:nvSpPr>
        <p:spPr>
          <a:xfrm>
            <a:off x="8825673" y="3356341"/>
            <a:ext cx="1554989" cy="5198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板块总监</a:t>
            </a:r>
            <a:endParaRPr lang="en-US" altLang="zh-CN" sz="1100" dirty="0"/>
          </a:p>
          <a:p>
            <a:pPr algn="ctr"/>
            <a:r>
              <a:rPr lang="zh-CN" altLang="en-US" sz="1100" dirty="0"/>
              <a:t>（板块审批人）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90E5081-D290-BBE9-9F9E-668CB8581748}"/>
              </a:ext>
            </a:extLst>
          </p:cNvPr>
          <p:cNvSpPr/>
          <p:nvPr/>
        </p:nvSpPr>
        <p:spPr>
          <a:xfrm>
            <a:off x="5172822" y="3867473"/>
            <a:ext cx="3177427" cy="5198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板块管理员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17301E3-FC1A-F60C-EAA9-1F867A62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3"/>
          <a:stretch>
            <a:fillRect/>
          </a:stretch>
        </p:blipFill>
        <p:spPr>
          <a:xfrm>
            <a:off x="1341438" y="1875524"/>
            <a:ext cx="10484520" cy="110630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8126CBD-4992-00ED-7EF7-67E11A515632}"/>
              </a:ext>
            </a:extLst>
          </p:cNvPr>
          <p:cNvSpPr/>
          <p:nvPr/>
        </p:nvSpPr>
        <p:spPr>
          <a:xfrm>
            <a:off x="1595438" y="5272950"/>
            <a:ext cx="1206968" cy="5198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每月</a:t>
            </a:r>
            <a:r>
              <a:rPr lang="en-US" altLang="zh-CN" sz="1400" dirty="0"/>
              <a:t>9</a:t>
            </a:r>
            <a:r>
              <a:rPr lang="zh-CN" altLang="en-US" sz="1400" dirty="0"/>
              <a:t>日发起填报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7FB666-6181-5669-008A-891990925162}"/>
              </a:ext>
            </a:extLst>
          </p:cNvPr>
          <p:cNvSpPr/>
          <p:nvPr/>
        </p:nvSpPr>
        <p:spPr>
          <a:xfrm>
            <a:off x="3116706" y="5278066"/>
            <a:ext cx="7263957" cy="5198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每月</a:t>
            </a:r>
            <a:r>
              <a:rPr lang="en-US" altLang="zh-CN" dirty="0"/>
              <a:t>25</a:t>
            </a:r>
            <a:r>
              <a:rPr lang="zh-CN" altLang="en-US" dirty="0"/>
              <a:t>日截止填报和审批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E33FC20-9D77-D077-1FFF-3299A68D6F83}"/>
              </a:ext>
            </a:extLst>
          </p:cNvPr>
          <p:cNvSpPr/>
          <p:nvPr/>
        </p:nvSpPr>
        <p:spPr>
          <a:xfrm>
            <a:off x="8825674" y="4135848"/>
            <a:ext cx="1554989" cy="5198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项目群主</a:t>
            </a:r>
            <a:br>
              <a:rPr lang="en-US" altLang="zh-CN" sz="1100" dirty="0"/>
            </a:br>
            <a:r>
              <a:rPr lang="zh-CN" altLang="en-US" sz="1100" dirty="0"/>
              <a:t>（项目群审批人）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AFA4FB-1433-A882-651E-57C05854817B}"/>
              </a:ext>
            </a:extLst>
          </p:cNvPr>
          <p:cNvSpPr txBox="1"/>
          <p:nvPr/>
        </p:nvSpPr>
        <p:spPr>
          <a:xfrm>
            <a:off x="540001" y="3972316"/>
            <a:ext cx="534368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zh-CN" altLang="en-US" dirty="0"/>
              <a:t>角色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F3C3D3-0A3F-7D41-AC64-19D68293C860}"/>
              </a:ext>
            </a:extLst>
          </p:cNvPr>
          <p:cNvSpPr txBox="1"/>
          <p:nvPr/>
        </p:nvSpPr>
        <p:spPr>
          <a:xfrm>
            <a:off x="515938" y="5358015"/>
            <a:ext cx="765200" cy="349702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l"/>
            <a:r>
              <a:rPr lang="zh-CN" altLang="en-US" dirty="0"/>
              <a:t>时间点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1991A20-E1B2-3C0B-4EE3-B5ABF56345C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802406" y="5532866"/>
            <a:ext cx="314300" cy="51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04D2BAFB-881A-666A-08FA-3A3E10BF43B7}"/>
              </a:ext>
            </a:extLst>
          </p:cNvPr>
          <p:cNvSpPr/>
          <p:nvPr/>
        </p:nvSpPr>
        <p:spPr>
          <a:xfrm>
            <a:off x="3071814" y="1513036"/>
            <a:ext cx="1730432" cy="3290671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8C7B36D-992B-C7E2-810B-E4930073186E}"/>
              </a:ext>
            </a:extLst>
          </p:cNvPr>
          <p:cNvSpPr/>
          <p:nvPr/>
        </p:nvSpPr>
        <p:spPr>
          <a:xfrm>
            <a:off x="4963230" y="1513036"/>
            <a:ext cx="3476879" cy="3290671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352C21-78BB-E3BC-E8CE-470162F81D81}"/>
              </a:ext>
            </a:extLst>
          </p:cNvPr>
          <p:cNvSpPr/>
          <p:nvPr/>
        </p:nvSpPr>
        <p:spPr>
          <a:xfrm>
            <a:off x="8601093" y="1512958"/>
            <a:ext cx="1871748" cy="3290671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5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FC1414B8-2200-0986-AA6A-7E556C06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入口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EBA0E80-4EDB-E498-0F61-7AE36729D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9" b="13843"/>
          <a:stretch>
            <a:fillRect/>
          </a:stretch>
        </p:blipFill>
        <p:spPr>
          <a:xfrm>
            <a:off x="1544636" y="1155700"/>
            <a:ext cx="9051927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10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52EA4-EC89-3830-0A0C-E5DC8EF8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操作演示</a:t>
            </a:r>
          </a:p>
        </p:txBody>
      </p:sp>
    </p:spTree>
    <p:extLst>
      <p:ext uri="{BB962C8B-B14F-4D97-AF65-F5344CB8AC3E}">
        <p14:creationId xmlns:p14="http://schemas.microsoft.com/office/powerpoint/2010/main" val="2944884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84CFD-57F8-4680-25B9-A0E1A118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常见问题 </a:t>
            </a:r>
            <a:r>
              <a:rPr lang="en-US" altLang="zh-CN" dirty="0"/>
              <a:t>Q&amp;A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3C9918-423E-650E-466B-D49B5F304D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750" y="1259999"/>
            <a:ext cx="5397499" cy="4680000"/>
          </a:xfrm>
        </p:spPr>
        <p:txBody>
          <a:bodyPr/>
          <a:lstStyle/>
          <a:p>
            <a:pPr marL="180000" lvl="1" indent="0">
              <a:buNone/>
            </a:pPr>
            <a:r>
              <a:rPr lang="en-US" altLang="zh-CN" sz="1800" b="1" dirty="0"/>
              <a:t>Q1</a:t>
            </a:r>
            <a:r>
              <a:rPr lang="zh-CN" altLang="zh-CN" sz="1800" b="1" dirty="0"/>
              <a:t>：</a:t>
            </a:r>
            <a:r>
              <a:rPr lang="zh-CN" altLang="en-US" sz="1800" b="1" dirty="0"/>
              <a:t>作为项目经理，</a:t>
            </a:r>
            <a:r>
              <a:rPr lang="zh-CN" altLang="zh-CN" sz="1800" b="1" dirty="0"/>
              <a:t>我可以提交多次吗？ </a:t>
            </a:r>
            <a:endParaRPr lang="en-US" altLang="zh-CN" sz="1800" b="1" dirty="0"/>
          </a:p>
          <a:p>
            <a:pPr marL="180000" lvl="1" indent="0">
              <a:buNone/>
            </a:pPr>
            <a:r>
              <a:rPr lang="zh-CN" altLang="zh-CN" sz="1800" dirty="0"/>
              <a:t>项目经理每个报告月原则上只提交一次，提交后</a:t>
            </a:r>
            <a:r>
              <a:rPr lang="zh-CN" altLang="en-US" sz="1800" dirty="0"/>
              <a:t>填报线将变成</a:t>
            </a:r>
            <a:r>
              <a:rPr lang="zh-CN" altLang="zh-CN" sz="1800" dirty="0"/>
              <a:t>只读。</a:t>
            </a:r>
            <a:endParaRPr lang="en-US" altLang="zh-CN" sz="1800" dirty="0"/>
          </a:p>
          <a:p>
            <a:pPr marL="180000" lvl="1" indent="0">
              <a:buNone/>
            </a:pPr>
            <a:endParaRPr lang="en-US" altLang="zh-CN" sz="1800" dirty="0"/>
          </a:p>
          <a:p>
            <a:pPr marL="180000" lvl="1" indent="0">
              <a:buNone/>
            </a:pPr>
            <a:r>
              <a:rPr lang="en-US" altLang="zh-CN" sz="1800" b="1" dirty="0"/>
              <a:t>Q2</a:t>
            </a:r>
            <a:r>
              <a:rPr lang="zh-CN" altLang="zh-CN" sz="1800" b="1" dirty="0"/>
              <a:t>：为什么本月开票</a:t>
            </a:r>
            <a:r>
              <a:rPr lang="en-US" altLang="zh-CN" sz="1800" b="1" dirty="0"/>
              <a:t>/</a:t>
            </a:r>
            <a:r>
              <a:rPr lang="zh-CN" altLang="zh-CN" sz="1800" b="1" dirty="0"/>
              <a:t>回款不能填？ </a:t>
            </a:r>
            <a:endParaRPr lang="en-US" altLang="zh-CN" sz="1800" b="1" dirty="0"/>
          </a:p>
          <a:p>
            <a:pPr marL="180000" lvl="1" indent="0">
              <a:buNone/>
            </a:pPr>
            <a:r>
              <a:rPr lang="zh-CN" altLang="zh-CN" sz="1800" dirty="0"/>
              <a:t>报告月当月开票、回款为平台同步的实际值，只读；</a:t>
            </a:r>
            <a:r>
              <a:rPr lang="zh-CN" altLang="en-US" sz="1800" dirty="0"/>
              <a:t>只能</a:t>
            </a:r>
            <a:r>
              <a:rPr lang="zh-CN" altLang="zh-CN" sz="1800" dirty="0"/>
              <a:t>填写报告月之后的预测。</a:t>
            </a:r>
            <a:endParaRPr lang="en-US" altLang="zh-CN" sz="1800" dirty="0"/>
          </a:p>
          <a:p>
            <a:pPr marL="180000" lvl="1" indent="0">
              <a:buNone/>
            </a:pPr>
            <a:endParaRPr lang="zh-CN" altLang="zh-CN" sz="1800" dirty="0"/>
          </a:p>
          <a:p>
            <a:pPr marL="180000" lvl="1" indent="0">
              <a:buNone/>
            </a:pPr>
            <a:r>
              <a:rPr lang="en-US" altLang="zh-CN" sz="1800" b="1" dirty="0"/>
              <a:t>Q3</a:t>
            </a:r>
            <a:r>
              <a:rPr lang="zh-CN" altLang="zh-CN" sz="1800" b="1" dirty="0"/>
              <a:t>：</a:t>
            </a:r>
            <a:r>
              <a:rPr lang="zh-CN" altLang="en-US" sz="1800" b="1" dirty="0"/>
              <a:t>存量开票额</a:t>
            </a:r>
            <a:r>
              <a:rPr lang="zh-CN" altLang="zh-CN" sz="1800" b="1" dirty="0"/>
              <a:t>为负是否不能提交？ </a:t>
            </a:r>
            <a:endParaRPr lang="en-US" altLang="zh-CN" sz="1800" b="1" dirty="0"/>
          </a:p>
          <a:p>
            <a:pPr marL="180000" lvl="1" indent="0">
              <a:buNone/>
            </a:pPr>
            <a:r>
              <a:rPr lang="zh-CN" altLang="zh-CN" sz="1800" dirty="0"/>
              <a:t>存量开票额为负</a:t>
            </a:r>
            <a:r>
              <a:rPr lang="zh-CN" altLang="en-US" sz="1800" dirty="0"/>
              <a:t>仅做</a:t>
            </a:r>
            <a:r>
              <a:rPr lang="zh-CN" altLang="zh-CN" sz="1800" dirty="0"/>
              <a:t>预警，当前不</a:t>
            </a:r>
            <a:r>
              <a:rPr lang="zh-CN" altLang="en-US" sz="1800" dirty="0"/>
              <a:t>影响提交</a:t>
            </a:r>
            <a:r>
              <a:rPr lang="zh-CN" altLang="zh-CN" sz="1800" dirty="0"/>
              <a:t>；存量合同额为负会</a:t>
            </a:r>
            <a:r>
              <a:rPr lang="zh-CN" altLang="en-US" sz="1800" dirty="0"/>
              <a:t>禁止提交，请做完成合同额的核减或及时变更</a:t>
            </a:r>
            <a:r>
              <a:rPr lang="en-US" altLang="zh-CN" sz="1800" dirty="0"/>
              <a:t>CRB</a:t>
            </a:r>
            <a:r>
              <a:rPr lang="zh-CN" altLang="zh-CN" sz="1800" dirty="0"/>
              <a:t>。</a:t>
            </a:r>
            <a:endParaRPr lang="en-US" altLang="zh-CN" sz="1800" dirty="0"/>
          </a:p>
          <a:p>
            <a:pPr marL="180000" lvl="1" indent="0">
              <a:buNone/>
            </a:pPr>
            <a:endParaRPr lang="en-US" altLang="zh-CN" sz="1800" dirty="0"/>
          </a:p>
          <a:p>
            <a:pPr marL="180000" lvl="1" indent="0">
              <a:buNone/>
            </a:pPr>
            <a:endParaRPr lang="zh-CN" altLang="zh-CN" sz="1800" dirty="0"/>
          </a:p>
          <a:p>
            <a:pPr marL="180000" lvl="1" indent="0">
              <a:buNone/>
            </a:pPr>
            <a:endParaRPr lang="en-US" altLang="zh-CN" dirty="0"/>
          </a:p>
          <a:p>
            <a:pPr marL="180000" lvl="1" indent="0">
              <a:buNone/>
            </a:pPr>
            <a:endParaRPr lang="zh-CN" altLang="zh-CN" dirty="0"/>
          </a:p>
          <a:p>
            <a:pPr marL="180000" lvl="1" indent="0">
              <a:buNone/>
            </a:pPr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AC5B8D3D-063A-0369-C9F1-A2671AC05C0F}"/>
              </a:ext>
            </a:extLst>
          </p:cNvPr>
          <p:cNvSpPr txBox="1">
            <a:spLocks/>
          </p:cNvSpPr>
          <p:nvPr/>
        </p:nvSpPr>
        <p:spPr>
          <a:xfrm>
            <a:off x="6635750" y="1259999"/>
            <a:ext cx="4908551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Char char="-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0">
              <a:buFont typeface="Segoe UI" panose="020B0502040204020203" pitchFamily="34" charset="0"/>
              <a:buNone/>
            </a:pPr>
            <a:r>
              <a:rPr lang="en-US" altLang="zh-CN" sz="1800" b="1" dirty="0"/>
              <a:t>Q4</a:t>
            </a:r>
            <a:r>
              <a:rPr lang="zh-CN" altLang="zh-CN" sz="1800" b="1" dirty="0"/>
              <a:t>：</a:t>
            </a:r>
            <a:r>
              <a:rPr lang="zh-CN" altLang="en-US" sz="1800" b="1" dirty="0"/>
              <a:t>作为项目经理，更新数据后仅</a:t>
            </a:r>
            <a:r>
              <a:rPr lang="zh-CN" altLang="zh-CN" sz="1800" b="1" dirty="0"/>
              <a:t>保存</a:t>
            </a:r>
            <a:r>
              <a:rPr lang="zh-CN" altLang="en-US" sz="1800" b="1" dirty="0"/>
              <a:t>，</a:t>
            </a:r>
            <a:r>
              <a:rPr lang="zh-CN" altLang="zh-CN" sz="1800" b="1" dirty="0"/>
              <a:t>板块管理员能看到吗？ </a:t>
            </a:r>
            <a:endParaRPr lang="en-US" altLang="zh-CN" sz="1800" b="1" dirty="0"/>
          </a:p>
          <a:p>
            <a:pPr marL="180000" lvl="1" indent="0">
              <a:buFont typeface="Segoe UI" panose="020B0502040204020203" pitchFamily="34" charset="0"/>
              <a:buNone/>
            </a:pPr>
            <a:r>
              <a:rPr lang="zh-CN" altLang="en-US" sz="1800" dirty="0"/>
              <a:t>项目经理填报并保存后，板块管理员可以立即看到变更的记录。</a:t>
            </a:r>
            <a:endParaRPr lang="en-US" altLang="zh-CN" sz="1800" dirty="0"/>
          </a:p>
          <a:p>
            <a:pPr marL="180000" lvl="1" indent="0">
              <a:buFont typeface="Segoe UI" panose="020B0502040204020203" pitchFamily="34" charset="0"/>
              <a:buNone/>
            </a:pPr>
            <a:endParaRPr lang="en-US" altLang="zh-CN" sz="1800" dirty="0"/>
          </a:p>
          <a:p>
            <a:pPr marL="180000" lvl="1" indent="0">
              <a:buFont typeface="Segoe UI" panose="020B0502040204020203" pitchFamily="34" charset="0"/>
              <a:buNone/>
            </a:pPr>
            <a:r>
              <a:rPr lang="en-US" altLang="zh-CN" sz="1800" b="1" dirty="0"/>
              <a:t>Q5</a:t>
            </a:r>
            <a:r>
              <a:rPr lang="zh-CN" altLang="zh-CN" sz="1800" b="1" dirty="0"/>
              <a:t>：</a:t>
            </a:r>
            <a:r>
              <a:rPr lang="zh-CN" altLang="en-US" sz="1800" b="1" dirty="0"/>
              <a:t>在填报期间新签的项目，是否会自动更新到当月的填报表中？</a:t>
            </a:r>
            <a:endParaRPr lang="en-US" altLang="zh-CN" sz="1800" b="1" dirty="0"/>
          </a:p>
          <a:p>
            <a:pPr marL="180000" lvl="1" indent="0">
              <a:buFont typeface="Segoe UI" panose="020B0502040204020203" pitchFamily="34" charset="0"/>
              <a:buNone/>
            </a:pPr>
            <a:r>
              <a:rPr lang="zh-CN" altLang="en-US" sz="1800" dirty="0"/>
              <a:t>会的。若有新签项目或已有项目的</a:t>
            </a:r>
            <a:r>
              <a:rPr lang="en-US" altLang="zh-CN" sz="1800" dirty="0"/>
              <a:t>CRB</a:t>
            </a:r>
            <a:r>
              <a:rPr lang="zh-CN" altLang="en-US" sz="1800" dirty="0"/>
              <a:t>变更后，系统会自动更新各个板块的填报表。</a:t>
            </a:r>
            <a:endParaRPr lang="en-US" altLang="zh-CN" sz="1800" dirty="0"/>
          </a:p>
          <a:p>
            <a:pPr marL="180000" lvl="1" indent="0">
              <a:buFont typeface="Segoe UI" panose="020B0502040204020203" pitchFamily="34" charset="0"/>
              <a:buNone/>
            </a:pPr>
            <a:endParaRPr lang="zh-CN" altLang="zh-CN" sz="1800" dirty="0"/>
          </a:p>
          <a:p>
            <a:pPr marL="180000" lvl="1" indent="0">
              <a:buFont typeface="Segoe UI" panose="020B0502040204020203" pitchFamily="34" charset="0"/>
              <a:buNone/>
            </a:pPr>
            <a:endParaRPr lang="en-US" altLang="zh-CN" dirty="0"/>
          </a:p>
          <a:p>
            <a:pPr marL="180000" lvl="1" indent="0">
              <a:buFont typeface="Segoe UI" panose="020B0502040204020203" pitchFamily="34" charset="0"/>
              <a:buNone/>
            </a:pPr>
            <a:endParaRPr lang="zh-CN" altLang="zh-CN" dirty="0"/>
          </a:p>
          <a:p>
            <a:pPr marL="180000" lvl="1" indent="0">
              <a:buFont typeface="Segoe UI" panose="020B0502040204020203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7147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oodplc2024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E0D8F"/>
      </a:accent1>
      <a:accent2>
        <a:srgbClr val="FF99FF"/>
      </a:accent2>
      <a:accent3>
        <a:srgbClr val="0072FD"/>
      </a:accent3>
      <a:accent4>
        <a:srgbClr val="00D9FF"/>
      </a:accent4>
      <a:accent5>
        <a:srgbClr val="007069"/>
      </a:accent5>
      <a:accent6>
        <a:srgbClr val="85E5A7"/>
      </a:accent6>
      <a:hlink>
        <a:srgbClr val="000000"/>
      </a:hlink>
      <a:folHlink>
        <a:srgbClr val="000000"/>
      </a:folHlink>
    </a:clrScheme>
    <a:fontScheme name="Wood 2020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oodplc2024" id="{538F8416-CD43-403F-9644-51060A49362F}" vid="{516C5501-CB75-41A5-9E0F-C218B2A07AC8}"/>
    </a:ext>
  </a:extLst>
</a:theme>
</file>

<file path=ppt/theme/theme2.xml><?xml version="1.0" encoding="utf-8"?>
<a:theme xmlns:a="http://schemas.openxmlformats.org/drawingml/2006/main" name="1_woodplc2024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E0D8F"/>
      </a:accent1>
      <a:accent2>
        <a:srgbClr val="FF99FF"/>
      </a:accent2>
      <a:accent3>
        <a:srgbClr val="0072FD"/>
      </a:accent3>
      <a:accent4>
        <a:srgbClr val="00D9FF"/>
      </a:accent4>
      <a:accent5>
        <a:srgbClr val="007069"/>
      </a:accent5>
      <a:accent6>
        <a:srgbClr val="85E5A7"/>
      </a:accent6>
      <a:hlink>
        <a:srgbClr val="000000"/>
      </a:hlink>
      <a:folHlink>
        <a:srgbClr val="000000"/>
      </a:folHlink>
    </a:clrScheme>
    <a:fontScheme name="自定义 1">
      <a:majorFont>
        <a:latin typeface="Segoe UI Black"/>
        <a:ea typeface="阿里巴巴普惠体 B"/>
        <a:cs typeface=""/>
      </a:majorFont>
      <a:minorFont>
        <a:latin typeface="Segoe UI"/>
        <a:ea typeface="阿里巴巴普惠体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oodplc2024" id="{6CE86BA2-A4AC-43AE-AD93-D2FE3C294B9F}" vid="{05547ADD-0B2C-42E5-A6D2-F3204437CBC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woodplc2024</Template>
  <TotalTime>80</TotalTime>
  <Words>435</Words>
  <Application>Microsoft Office PowerPoint</Application>
  <PresentationFormat>宽屏</PresentationFormat>
  <Paragraphs>49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Source Han Serif SC</vt:lpstr>
      <vt:lpstr>等线</vt:lpstr>
      <vt:lpstr>Microsoft YaHei</vt:lpstr>
      <vt:lpstr>Arial</vt:lpstr>
      <vt:lpstr>Segoe UI</vt:lpstr>
      <vt:lpstr>Segoe UI Black</vt:lpstr>
      <vt:lpstr>woodplc2024</vt:lpstr>
      <vt:lpstr>1_woodplc2024</vt:lpstr>
      <vt:lpstr>项目执行跟踪平台</vt:lpstr>
      <vt:lpstr>项目执行跟踪线上化 目的</vt:lpstr>
      <vt:lpstr>一个填报周期内的流程</vt:lpstr>
      <vt:lpstr>入口</vt:lpstr>
      <vt:lpstr>操作演示</vt:lpstr>
      <vt:lpstr>常见问题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Yisheng</dc:creator>
  <cp:lastModifiedBy>Xu, Yisheng</cp:lastModifiedBy>
  <cp:revision>26</cp:revision>
  <dcterms:created xsi:type="dcterms:W3CDTF">2026-07-17T04:18:07Z</dcterms:created>
  <dcterms:modified xsi:type="dcterms:W3CDTF">2026-07-17T05:38:48Z</dcterms:modified>
</cp:coreProperties>
</file>
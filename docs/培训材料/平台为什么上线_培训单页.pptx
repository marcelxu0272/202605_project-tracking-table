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e11101da934c07" /><Relationship Type="http://schemas.openxmlformats.org/officeDocument/2006/relationships/extended-properties" Target="/docProps/app.xml" Id="R141cfe56f2f04476" /><Relationship Type="http://schemas.openxmlformats.org/officeDocument/2006/relationships/officeDocument" Target="/ppt/presentation.xml" Id="R80ea9eeb0bb749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b6d7d9976a43f4"/>
  </p:sldMasterIdLst>
  <p:notesMasterIdLst>
    <p:notesMasterId xmlns:r="http://schemas.openxmlformats.org/officeDocument/2006/relationships" r:id="R11b266b87bda4de3"/>
  </p:notesMasterIdLst>
  <p:sldIdLst>
    <p:sldId xmlns:r="http://schemas.openxmlformats.org/officeDocument/2006/relationships" id="256" r:id="R7aedefda5adb4e43"/>
  </p:sldIdLst>
  <p:sldSz cx="12188952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ae71b2bf2f487f" /><Relationship Type="http://schemas.openxmlformats.org/officeDocument/2006/relationships/slideMaster" Target="/ppt/slideMasters/slideMaster1.xml" Id="R03b6d7d9976a43f4" /><Relationship Type="http://schemas.openxmlformats.org/officeDocument/2006/relationships/notesMaster" Target="/ppt/notesMasters/notesMaster1.xml" Id="R11b266b87bda4de3" /><Relationship Type="http://schemas.openxmlformats.org/officeDocument/2006/relationships/presProps" Target="/ppt/presProps.xml" Id="Rf666177b078b426e" /><Relationship Type="http://schemas.openxmlformats.org/officeDocument/2006/relationships/viewProps" Target="/ppt/viewProps.xml" Id="R25ce0ab336884035" /><Relationship Type="http://schemas.openxmlformats.org/officeDocument/2006/relationships/tableStyles" Target="/ppt/tableStyles.xml" Id="Rd3d20f410d3b4f9e" /><Relationship Type="http://schemas.openxmlformats.org/officeDocument/2006/relationships/slide" Target="/ppt/slides/slide1.xml" Id="R7aedefda5adb4e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43c2570ae4e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6480ae6c044d15" /><Relationship Type="http://schemas.openxmlformats.org/officeDocument/2006/relationships/notesMaster" Target="/ppt/notesMasters/notesMaster1.xml" Id="R913e820ee72a42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47675c1bc14b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7942ee81d42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02c829824a46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2b61b323594e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2bcadf23b14a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8cb85a04e40f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225e95b0c484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271055ca24dc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9788f939a4482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9512aca5e4df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0ff1d97b3469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940C4C-9135-4273-A13A-BE13867D624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7BB161F-C9AA-42F2-8E4D-9A5E01673E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14C6FC-9F8E-4A9D-9461-14041B7932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D30BC49-8C57-40FE-B724-0E546F3511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7BF713-956F-4CFF-B6A7-06CABCC47A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634748-78E2-49F0-AD2E-0578B30E85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A85B411-6FE7-41F8-8081-6CEC0AB8C5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EC56A5-4EF1-4BE1-A0DB-F53DC0E49C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B474E0-9FF2-47F7-8164-EAB7CC547E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A4DE5B-B0D0-4F7B-A515-C52CE3BEF6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2B1B51-3AC2-47A8-A890-8E677BA559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E913CC-E0F0-46D4-9E5F-C4120D6AB3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E6D9E9-31C6-45B6-A15B-FF8CF87CF3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002EF6-69C4-406C-BE27-FDCA2D5163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92C3E7-55C9-463F-9981-D87EDF2D96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57C6C8-0D5E-48D8-84B1-FFB922903A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60D4C5A-ECC4-4B0D-A193-A0E6120D864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848CD90-43BF-46E6-83F0-6C5B985A610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416A7A4-7AA4-43D5-8568-3A27B21E99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4969DAC-F151-4484-BF58-917F58646B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AC89644-4217-4383-8FE8-FA2C8CA09E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5A9890-7AA9-4AAC-983A-70EEA6BA44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0DCC85-060C-4C1F-B6C0-8E616DE802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1F2E345-8872-47B4-8A2A-698B48A77CB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5983E86-E88E-4D2F-9082-46B39DBED62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3C75833-CE71-49F3-9C34-76A6028CB63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F6F5C9E-5104-47DC-A3DF-613F826CF5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A14F116-A1F1-47EE-835D-99C8321638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F2724E5-4C77-4242-B88B-DFC28032D9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1272B9-71A5-45BE-9A96-647E95751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D84EC0D-032E-496E-98DA-E460E9A323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320C4F1-8A68-46FD-AD17-4246FEFA69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D95FBF3-21B5-4999-B6B5-DF861838FC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F08EF98-595B-4703-B152-54F302AAC1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D830FCB-801A-4E7A-B97A-6982326A54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FA08263-6F8F-4973-8F4F-909FD15366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53E589-7FF5-475D-8F43-F45D0EBDE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515CBE5-3DA7-4CE6-BFE2-D44B8DD6DC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813FCF7-B959-4FC4-B12D-9666D9F000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E30209D-9536-4F0F-B1B2-755DBBF502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F08B570-B725-497E-AC99-A8C6D3FC38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3D1F6E2-0D2E-4BA0-BBE7-A19434903A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2FD1F5-3DC2-4DC8-8E41-64B9CAE22C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3976456-E128-4757-8EFA-11FF78BB1F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FD0D73A-655F-452D-A90F-A8C05BE0D7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42A9D12-E2AD-4717-A5FB-0D189FFD1F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D236E7D-585F-4B3E-8770-67E775A30B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E4E1CA3-7D10-40AF-8149-8BA2FDBE46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15CED1-50AB-4892-BEB2-B2D3573B44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3F9CDA-D051-41E7-8001-EB56FBAE17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FAD49FD-EF6B-4BEB-A758-B7F20F6429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55C4A6-3A35-4A71-A075-22D2B75FCE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72B8DB6-07F7-4D89-ADA3-6D24402F0B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C9EF757-DC14-400C-B7E9-20B49020A1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E5D7E1-9B0B-441B-B687-21E754BD71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452D80-1D5A-4B75-B22A-D7D0B7747F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AD7E03-7031-49A9-AC7E-41AA4E1F87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143C75-899B-4324-B487-8F0B3447E7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ecd8ac9a2448d4" /><Relationship Type="http://schemas.openxmlformats.org/officeDocument/2006/relationships/slideLayout" Target="/ppt/slideLayouts/slideLayout1.xml" Id="Ra983b8b80ea04f77" /><Relationship Type="http://schemas.openxmlformats.org/officeDocument/2006/relationships/slideLayout" Target="/ppt/slideLayouts/slideLayout2.xml" Id="R35b0130fbf8b4067" /><Relationship Type="http://schemas.openxmlformats.org/officeDocument/2006/relationships/slideLayout" Target="/ppt/slideLayouts/slideLayout3.xml" Id="Rf24e9e4e873f4850" /><Relationship Type="http://schemas.openxmlformats.org/officeDocument/2006/relationships/slideLayout" Target="/ppt/slideLayouts/slideLayout4.xml" Id="R732c405fbcf14afd" /><Relationship Type="http://schemas.openxmlformats.org/officeDocument/2006/relationships/slideLayout" Target="/ppt/slideLayouts/slideLayout5.xml" Id="Ra3e8721cbdd04fe2" /><Relationship Type="http://schemas.openxmlformats.org/officeDocument/2006/relationships/slideLayout" Target="/ppt/slideLayouts/slideLayout6.xml" Id="R518ee1bb63fc4689" /><Relationship Type="http://schemas.openxmlformats.org/officeDocument/2006/relationships/slideLayout" Target="/ppt/slideLayouts/slideLayout7.xml" Id="Rff171e12669044c5" /><Relationship Type="http://schemas.openxmlformats.org/officeDocument/2006/relationships/slideLayout" Target="/ppt/slideLayouts/slideLayout8.xml" Id="Red3b47df4e5d497f" /><Relationship Type="http://schemas.openxmlformats.org/officeDocument/2006/relationships/slideLayout" Target="/ppt/slideLayouts/slideLayout9.xml" Id="R7b409426fef940db" /><Relationship Type="http://schemas.openxmlformats.org/officeDocument/2006/relationships/slideLayout" Target="/ppt/slideLayouts/slideLayout10.xml" Id="R4935142246d7467a" /><Relationship Type="http://schemas.openxmlformats.org/officeDocument/2006/relationships/slideLayout" Target="/ppt/slideLayouts/slideLayout11.xml" Id="Re17938706846435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7E3E4FB-EACD-44F2-A0E0-DC2A14829C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D3284D0-16ED-47FE-9FAE-0D6098473E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B33552-A4A7-466D-917A-5A817101422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2A560A8-701B-412A-A3C4-FE2FA360E10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2075F4-3F1E-4B62-8089-61491D3F8A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83b8b80ea04f77"/>
    <p:sldLayoutId xmlns:r="http://schemas.openxmlformats.org/officeDocument/2006/relationships" id="2147483650" r:id="R35b0130fbf8b4067"/>
    <p:sldLayoutId xmlns:r="http://schemas.openxmlformats.org/officeDocument/2006/relationships" id="2147483651" r:id="Rf24e9e4e873f4850"/>
    <p:sldLayoutId xmlns:r="http://schemas.openxmlformats.org/officeDocument/2006/relationships" id="2147483652" r:id="R732c405fbcf14afd"/>
    <p:sldLayoutId xmlns:r="http://schemas.openxmlformats.org/officeDocument/2006/relationships" id="2147483653" r:id="Ra3e8721cbdd04fe2"/>
    <p:sldLayoutId xmlns:r="http://schemas.openxmlformats.org/officeDocument/2006/relationships" id="2147483654" r:id="R518ee1bb63fc4689"/>
    <p:sldLayoutId xmlns:r="http://schemas.openxmlformats.org/officeDocument/2006/relationships" id="2147483655" r:id="Rff171e12669044c5"/>
    <p:sldLayoutId xmlns:r="http://schemas.openxmlformats.org/officeDocument/2006/relationships" id="2147483656" r:id="Red3b47df4e5d497f"/>
    <p:sldLayoutId xmlns:r="http://schemas.openxmlformats.org/officeDocument/2006/relationships" id="2147483657" r:id="R7b409426fef940db"/>
    <p:sldLayoutId xmlns:r="http://schemas.openxmlformats.org/officeDocument/2006/relationships" id="2147483658" r:id="R4935142246d7467a"/>
    <p:sldLayoutId xmlns:r="http://schemas.openxmlformats.org/officeDocument/2006/relationships" id="2147483659" r:id="Re17938706846435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a27e43bea2451a" /><Relationship Type="http://schemas.openxmlformats.org/officeDocument/2006/relationships/notesSlide" Target="/ppt/notesSlides/notesSlide1.xml" Id="R25722170c5c846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C7A1F28-0643-492B-8291-287AC1EC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110682B-658B-4218-ADAA-C86BA52A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4864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B6A64"/>
                </a:solidFill>
                <a:latin typeface="Microsoft YaHei"/>
                <a:ea typeface="Microsoft YaHei"/>
                <a:cs typeface="Microsoft YaHei"/>
              </a:rPr>
              <a:t>上线背景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FA52C58-944B-4203-A32A-72F8509A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097280"/>
            <a:ext cx="10058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0">
                <a:solidFill>
                  <a:srgbClr val="141413"/>
                </a:solidFill>
                <a:latin typeface="Source Han Serif SC"/>
                <a:ea typeface="Source Han Serif SC"/>
                <a:cs typeface="Source Han Serif SC"/>
              </a:rPr>
              <a:t>平台上线，为了让月度填报更可信、更高效、更可追溯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D4AF327-DAA7-4042-BCE8-CF30F47A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560320"/>
            <a:ext cx="475488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6382">
            <a:solidFill>
              <a:srgbClr val="E8E6D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249EE77-4640-43DC-B751-ACAE5825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4320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B365D"/>
                </a:solidFill>
                <a:latin typeface="Source Han Serif SC"/>
                <a:ea typeface="Source Han Serif SC"/>
                <a:cs typeface="Source Han Serif SC"/>
              </a:rPr>
              <a:t>数据口径分散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6B29104-A59C-4E05-A508-9A940A8C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91840"/>
            <a:ext cx="41148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CRB 与线下 Excel 并行，手工填报容易产生口径差异。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71B1C15-6A83-47A1-ABC9-5CE9E0F8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60320"/>
            <a:ext cx="475488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6382">
            <a:solidFill>
              <a:srgbClr val="E8E6D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8E1055C-4FED-4516-B808-0708FBFA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74320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B365D"/>
                </a:solidFill>
                <a:latin typeface="Source Han Serif SC"/>
                <a:ea typeface="Source Han Serif SC"/>
                <a:cs typeface="Source Han Serif SC"/>
              </a:rPr>
              <a:t>版本汇总低效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574C5E9-7D85-49B1-A1F8-6FBCAC64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291840"/>
            <a:ext cx="41148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邮件反复收表合表，多份“最终版”并存，耗时且易错。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F137858-770F-4A72-B5D1-11DB0742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72000"/>
            <a:ext cx="475488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6382">
            <a:solidFill>
              <a:srgbClr val="E8E6D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7CE478C-83C5-41D6-8AF9-8FD81F93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5488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B365D"/>
                </a:solidFill>
                <a:latin typeface="Source Han Serif SC"/>
                <a:ea typeface="Source Han Serif SC"/>
                <a:cs typeface="Source Han Serif SC"/>
              </a:rPr>
              <a:t>权限责任模糊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A14C645-9BAB-4ED5-9C7A-9CA38D2A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03520"/>
            <a:ext cx="41148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谁能改、谁审核缺少角色与字段级边界，责任容易模糊。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D71E3B7-575C-4273-A582-B5B8E089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0"/>
            <a:ext cx="475488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6382">
            <a:solidFill>
              <a:srgbClr val="E8E6D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1E5429F-EC68-4128-BB12-A2F2E49B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75488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B365D"/>
                </a:solidFill>
                <a:latin typeface="Source Han Serif SC"/>
                <a:ea typeface="Source Han Serif SC"/>
                <a:cs typeface="Source Han Serif SC"/>
              </a:rPr>
              <a:t>过程难以追溯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B18F8C7-46E7-4E10-8B88-2D3BCCAA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303520"/>
            <a:ext cx="41148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提交、退回、审批和历史版本缺少统一记录，问题难以回看。</a:t>
            </a:r>
          </a:p>
        </p:txBody>
      </p:sp>
    </p:spTree>
    <p:extLst>
      <p:ext uri="{BB962C8B-B14F-4D97-AF65-F5344CB8AC3E}">
        <p14:creationId xmlns:p14="http://schemas.microsoft.com/office/powerpoint/2010/main" val="184080219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2026-07-17T05:14:24.9270000Z</dcterms:created>
  <dcterms:modified xsi:type="dcterms:W3CDTF">2026-07-17T05:14:24.9270000Z</dcterms:modified>
</coreProperties>
</file>